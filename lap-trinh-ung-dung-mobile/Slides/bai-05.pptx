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tiết lý thuyết, 3 tiết thực hành. CLO1, CLO2, CLO3.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Mã đầy đủ (onModuleInit, onModuleDestroy) ở mục 2.4 của bài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rất hay "tiện tay" viết câu SQL thẳng trong service; đây là lỗi bị trừ điểm CLO2.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05: Thiết kế CSDL, stored procedure, API NestJS &amp; kết nối ứng dụng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Từ màn hình điện thoại tới một dòng trong SQL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Hoàn thiện thiết kế CSDL SQL Server và ERD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Viết stored procedure cho các thao tác dữ liệu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Xây API NestJS chỉ gọi stored procedure bằng </a:t>
            </a:r>
            <a:r>
              <a:rPr sz="2000">
                <a:solidFill>
                  <a:srgbClr val="212529"/>
                </a:solidFill>
                <a:latin typeface="Consolas"/>
              </a:rPr>
              <a:t>mssql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Kết nối ứng dụng với API bằng TanStack Query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Dữ liệu đi qua những lớp nào?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App không kết nối thẳng SQL Server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API không viết câu SQL; chỉ gọi thủ tục có tham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44475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App React Native   --HTTP + JSON--&gt;   API NestJS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Controller → Service → DatabaseService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--mssql: input(...) + execute('sp_...')--&gt;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SQL Server: Stored procedure → Bảng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Hoàn thiện thiết kế CSDL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Từ ERD sơ bộ (bài 03): thêm kiểu dữ liệu, khóa, ràng buộc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NVARCHAR</a:t>
            </a:r>
            <a:r>
              <a:rPr b="0" sz="2000">
                <a:solidFill>
                  <a:srgbClr val="212529"/>
                </a:solidFill>
                <a:latin typeface="Arial"/>
              </a:rPr>
              <a:t> cho chuỗi tiếng Việt, </a:t>
            </a:r>
            <a:r>
              <a:rPr sz="2000">
                <a:solidFill>
                  <a:srgbClr val="212529"/>
                </a:solidFill>
                <a:latin typeface="Consolas"/>
              </a:rPr>
              <a:t>DECIMAL</a:t>
            </a:r>
            <a:r>
              <a:rPr b="0" sz="2000">
                <a:solidFill>
                  <a:srgbClr val="212529"/>
                </a:solidFill>
                <a:latin typeface="Arial"/>
              </a:rPr>
              <a:t> cho tiền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CHECK (Price &gt;= 0)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CHECK (Quantity &gt; 0)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UNIQUE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OrderItems: khóa chính (OrderId, ProductId), lưu </a:t>
            </a:r>
            <a:r>
              <a:rPr sz="2000">
                <a:solidFill>
                  <a:srgbClr val="212529"/>
                </a:solidFill>
                <a:latin typeface="Consolas"/>
              </a:rPr>
              <a:t>UnitPrice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Hỏi lớp: vì sao OrderItems phải lưu giá tại thời điểm đặt?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Bảng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261518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CREATE TABLE Products (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ProductId   INT IDENTITY(1,1) PRIMARY KEY,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CategoryId  INT NOT NULL REFERENCES Categories(CategoryId),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Name        NVARCHAR(150) NOT NULL,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Price       DECIMAL(12,0) NOT NULL CHECK (Price &gt;= 0),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ImageUrl    NVARCHAR(500) NULL,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IsAvailable BIT NOT NULL DEFAULT 1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Vì sao bắt buộc stored procedure?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Tách logic dữ liệu khỏi mã backend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API chỉ cần quyền </a:t>
            </a:r>
            <a:r>
              <a:rPr sz="2000">
                <a:solidFill>
                  <a:srgbClr val="212529"/>
                </a:solidFill>
                <a:latin typeface="Consolas"/>
              </a:rPr>
              <a:t>EXECUTE</a:t>
            </a:r>
            <a:r>
              <a:rPr b="0" sz="2000">
                <a:solidFill>
                  <a:srgbClr val="212529"/>
                </a:solidFill>
                <a:latin typeface="Arial"/>
              </a:rPr>
              <a:t>, không chạm trực tiếp vào bảng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Giá trị đi qua tham số có kiểu → chống SQL injection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Quy ước tên: </a:t>
            </a:r>
            <a:r>
              <a:rPr sz="2000">
                <a:solidFill>
                  <a:srgbClr val="212529"/>
                </a:solidFill>
                <a:latin typeface="Consolas"/>
              </a:rPr>
              <a:t>sp_&lt;Thực thể&gt;_&lt;Hành động&gt;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Ví dụ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sp_Product_GetList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sp_Product_GetById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sp_Order_Create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sp_Product_GetList có phân trang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8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493008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CREATE OR ALTER PROCEDURE sp_Product_GetList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@CategoryId INT = NULL, @Page INT = 1, @PageSize INT = 20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AS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BEGIN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SET NOCOUNT ON;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SELECT ProductId AS id, CategoryId AS categoryId, Name AS name, Price AS price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FROM Products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WHERE IsAvailable = 1 AND (@CategoryId IS NULL OR CategoryId = @CategoryId)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ORDER BY ProductId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OFFSET (@Page - 1) * @PageSize ROWS FETCH NEXT @PageSize ROWS ONLY;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END;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Báo lỗi bằng THROW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Mã lỗi tự đặt từ 50000 trở lên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Backend đọc </a:t>
            </a:r>
            <a:r>
              <a:rPr sz="2000">
                <a:solidFill>
                  <a:srgbClr val="212529"/>
                </a:solidFill>
                <a:latin typeface="Consolas"/>
              </a:rPr>
              <a:t>err.number</a:t>
            </a:r>
            <a:r>
              <a:rPr b="0" sz="2000">
                <a:solidFill>
                  <a:srgbClr val="212529"/>
                </a:solidFill>
                <a:latin typeface="Arial"/>
              </a:rPr>
              <a:t> → trả HTTP phù hợp (50404 → 404)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Chạy thử trong SSMS: </a:t>
            </a:r>
            <a:r>
              <a:rPr sz="2000">
                <a:solidFill>
                  <a:srgbClr val="212529"/>
                </a:solidFill>
                <a:latin typeface="Consolas"/>
              </a:rPr>
              <a:t>EXEC sp_Product_GetById @ProductId = 999;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566160"/>
            <a:ext cx="11064240" cy="859536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IF NOT EXISTS (SELECT 1 FROM Products WHERE ProductId = @ProductId)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THROW 50404, N'Không tìm thấy món ăn', 1;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DatabaseService với mssql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8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1800">
                <a:solidFill>
                  <a:srgbClr val="212529"/>
                </a:solidFill>
                <a:latin typeface="Arial"/>
              </a:rPr>
              <a:t>•  Một connection pool cho cả ứng dụng, cấu hình từ </a:t>
            </a:r>
            <a:r>
              <a:rPr sz="1800">
                <a:solidFill>
                  <a:srgbClr val="212529"/>
                </a:solidFill>
                <a:latin typeface="Consolas"/>
              </a:rPr>
              <a:t>.env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261518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async execute&lt;T&gt;(procedure: string, params: Record&lt;string, Param&gt; = {})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const request = this.pool.request();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for (const [name, p] of Object.entries(params))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request.input(name, p.type, p.value);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const result = await request.execute&lt;T&gt;(procedure);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return result.recordset;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Service gọi thủ tục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8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1800">
                <a:solidFill>
                  <a:srgbClr val="212529"/>
                </a:solidFill>
                <a:latin typeface="Arial"/>
              </a:rPr>
              <a:t>•  Controller nhận request, DTO + ValidationPipe kiểm tra dữ liệu</a:t>
            </a:r>
          </a:p>
          <a:p>
            <a:pPr>
              <a:spcBef>
                <a:spcPts val="300"/>
              </a:spcBef>
            </a:pPr>
            <a:r>
              <a:rPr b="0" sz="1800">
                <a:solidFill>
                  <a:srgbClr val="212529"/>
                </a:solidFill>
                <a:latin typeface="Arial"/>
              </a:rPr>
              <a:t>•  Swagger: tài liệu API cho người làm mobile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2322576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findAll(page = 1, categoryId?: number)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return this.db.execute('sp_Product_GetList',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CategoryId: { type: sql.Int, value: categoryId ?? null },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Page: { type: sql.Int, value: page },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PageSize: { type: sql.Int, value: 20 },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Vibe coding cho backend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Đưa ERD cho Antigravity sinh thủ tục và service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Review từng thủ tục: đủ tham số, </a:t>
            </a:r>
            <a:r>
              <a:rPr sz="2000">
                <a:solidFill>
                  <a:srgbClr val="212529"/>
                </a:solidFill>
                <a:latin typeface="Consolas"/>
              </a:rPr>
              <a:t>SET NOCOUNT ON</a:t>
            </a:r>
            <a:r>
              <a:rPr b="0" sz="2000">
                <a:solidFill>
                  <a:srgbClr val="212529"/>
                </a:solidFill>
                <a:latin typeface="Arial"/>
              </a:rPr>
              <a:t>, kiểm tra tồn tại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Tìm chuỗi </a:t>
            </a:r>
            <a:r>
              <a:rPr sz="2000">
                <a:solidFill>
                  <a:srgbClr val="212529"/>
                </a:solidFill>
                <a:latin typeface="Consolas"/>
              </a:rPr>
              <a:t>SELECT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INSERT</a:t>
            </a:r>
            <a:r>
              <a:rPr b="0" sz="2000">
                <a:solidFill>
                  <a:srgbClr val="212529"/>
                </a:solidFill>
                <a:latin typeface="Arial"/>
              </a:rPr>
              <a:t> trong mã backend → phải không còn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Địa chỉ API trong ứng dụng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.env</a:t>
            </a:r>
            <a:r>
              <a:rPr b="0" sz="2000">
                <a:solidFill>
                  <a:srgbClr val="212529"/>
                </a:solidFill>
                <a:latin typeface="Arial"/>
              </a:rPr>
              <a:t>: </a:t>
            </a:r>
            <a:r>
              <a:rPr sz="2000">
                <a:solidFill>
                  <a:srgbClr val="212529"/>
                </a:solidFill>
                <a:latin typeface="Consolas"/>
              </a:rPr>
              <a:t>EXPO_PUBLIC_API_URL=http://192.168.1.10:3000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Điện thoại thật: IP LAN,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</a:t>
            </a:r>
            <a:r>
              <a:rPr b="0" sz="2000">
                <a:solidFill>
                  <a:srgbClr val="212529"/>
                </a:solidFill>
                <a:latin typeface="Arial"/>
              </a:rPr>
              <a:t> dùng localhost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Android emulator: </a:t>
            </a:r>
            <a:r>
              <a:rPr sz="2000">
                <a:solidFill>
                  <a:srgbClr val="212529"/>
                </a:solidFill>
                <a:latin typeface="Consolas"/>
              </a:rPr>
              <a:t>10.0.2.2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Tường lửa Windows có thể chặn cổng API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đặt bí mật vào biến </a:t>
            </a:r>
            <a:r>
              <a:rPr sz="2000">
                <a:solidFill>
                  <a:srgbClr val="212529"/>
                </a:solidFill>
                <a:latin typeface="Consolas"/>
              </a:rPr>
              <a:t>EXPO_PUBLIC_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TanStack Query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261518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{ data, isLoading, isError, refetch } = useQuery({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queryKey: ['products'],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queryFn: () =&gt; api&lt;Product[]&gt;('/products'),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createOrder = useMutation({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mutationFn: (body: NewOrder) =&gt; api('/orders', { method: 'POST', body: JSON.stringify(body) }),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onSuccess: () =&gt; queryClient.invalidateQueries({ queryKey: ['orders'] }),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Cuộn vô hạn và 4 trạng thái màn hình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useInfiniteQuery</a:t>
            </a:r>
            <a:r>
              <a:rPr b="0" sz="2000">
                <a:solidFill>
                  <a:srgbClr val="212529"/>
                </a:solidFill>
                <a:latin typeface="Arial"/>
              </a:rPr>
              <a:t> + </a:t>
            </a:r>
            <a:r>
              <a:rPr sz="2000">
                <a:solidFill>
                  <a:srgbClr val="212529"/>
                </a:solidFill>
                <a:latin typeface="Consolas"/>
              </a:rPr>
              <a:t>FlatList onEndReached</a:t>
            </a:r>
            <a:r>
              <a:rPr b="0" sz="2000">
                <a:solidFill>
                  <a:srgbClr val="212529"/>
                </a:solidFill>
                <a:latin typeface="Arial"/>
              </a:rPr>
              <a:t> cho lịch sử đơn hàng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Luôn xử lý: </a:t>
            </a:r>
            <a:r>
              <a:rPr b="1" sz="2000">
                <a:solidFill>
                  <a:srgbClr val="212529"/>
                </a:solidFill>
                <a:latin typeface="Arial"/>
              </a:rPr>
              <a:t>đang tải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b="1" sz="2000">
                <a:solidFill>
                  <a:srgbClr val="212529"/>
                </a:solidFill>
                <a:latin typeface="Arial"/>
              </a:rPr>
              <a:t>lỗi</a:t>
            </a:r>
            <a:r>
              <a:rPr b="0" sz="2000">
                <a:solidFill>
                  <a:srgbClr val="212529"/>
                </a:solidFill>
                <a:latin typeface="Arial"/>
              </a:rPr>
              <a:t> (có nút thử lại), </a:t>
            </a:r>
            <a:r>
              <a:rPr b="1" sz="2000">
                <a:solidFill>
                  <a:srgbClr val="212529"/>
                </a:solidFill>
                <a:latin typeface="Arial"/>
              </a:rPr>
              <a:t>rỗng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b="1" sz="2000">
                <a:solidFill>
                  <a:srgbClr val="212529"/>
                </a:solidFill>
                <a:latin typeface="Arial"/>
              </a:rPr>
              <a:t>có dữ liệu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Lớp chỉ ra trạng thái nào còn thiếu trên màn hình mẫu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có hướng dẫn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Chạy script tạo bảng và dữ liệu mẫu; vẽ ERD hoàn chỉnh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Viết 4 thủ tục; chạy thử bằng EXEC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DatabaseService, module products và orders, Swagger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App: </a:t>
            </a:r>
            <a:r>
              <a:rPr sz="2000">
                <a:solidFill>
                  <a:srgbClr val="212529"/>
                </a:solidFill>
                <a:latin typeface="Consolas"/>
              </a:rPr>
              <a:t>lib/api.ts</a:t>
            </a:r>
            <a:r>
              <a:rPr b="0" sz="2000">
                <a:solidFill>
                  <a:srgbClr val="212529"/>
                </a:solidFill>
                <a:latin typeface="Arial"/>
              </a:rPr>
              <a:t>, QueryClientProvider, useQuery, useMutation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không hướng dẫn &amp; thử thách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Cá nhân</a:t>
            </a:r>
            <a:r>
              <a:rPr b="0" sz="2000">
                <a:solidFill>
                  <a:srgbClr val="212529"/>
                </a:solidFill>
                <a:latin typeface="Arial"/>
              </a:rPr>
              <a:t>: </a:t>
            </a:r>
            <a:r>
              <a:rPr sz="2000">
                <a:solidFill>
                  <a:srgbClr val="212529"/>
                </a:solidFill>
                <a:latin typeface="Consolas"/>
              </a:rPr>
              <a:t>sp_Order_GetHistory</a:t>
            </a:r>
            <a:r>
              <a:rPr b="0" sz="2000">
                <a:solidFill>
                  <a:srgbClr val="212529"/>
                </a:solidFill>
                <a:latin typeface="Arial"/>
              </a:rPr>
              <a:t> + endpoint + màn hình cuộn vô hạn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Nhóm</a:t>
            </a:r>
            <a:r>
              <a:rPr b="0" sz="2000">
                <a:solidFill>
                  <a:srgbClr val="212529"/>
                </a:solidFill>
                <a:latin typeface="Arial"/>
              </a:rPr>
              <a:t>: ERD hoàn chỉnh, danh mục stored procedure, script tạo thủ tục, API có Swagger, app dùng dữ liệu thật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Tóm tắt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App → API → stored procedure → bảng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Mọi câu SQL nằm trong thủ tục; API chỉ </a:t>
            </a:r>
            <a:r>
              <a:rPr sz="2000">
                <a:solidFill>
                  <a:srgbClr val="212529"/>
                </a:solidFill>
                <a:latin typeface="Consolas"/>
              </a:rPr>
              <a:t>execute</a:t>
            </a:r>
            <a:r>
              <a:rPr b="0" sz="2000">
                <a:solidFill>
                  <a:srgbClr val="212529"/>
                </a:solidFill>
                <a:latin typeface="Arial"/>
              </a:rPr>
              <a:t> có tham số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localhost trên điện thoại là chính điện thoại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TanStack Query lo tải, lỗi, cache; bạn lo 4 trạng thái màn hình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Làm quiz Bài 05 ở cuối trang bài học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liệu của buổi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Đọc thêm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Giáo trình nội bộ, Chương 5: Thiết kế CSDL, stored procedure, API NestJS và kết nối ứng dụng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Bài tập hướng dẫn theo dự án LHU Food (cuối Chương 5)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SRS LHU Food: mục 5.3, 5.5, 7 (dữ liệu), 8 (danh mục API)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05: Thiết kế CSDL, stored procedure, API NestJS &amp; kết nối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