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CLO3. Cuối buổi là Checkpoint Sprint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rộng: push notification khi app đã tắt cần development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09: Thông báo thời gian thực với Socket.IO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Phần bắt buộc của học phần · Checkpoint Sprint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 sánh polling và WebSocket; nắm khái niệm của Socket.IO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NestJS Gateway có xác thực JWT, gửi theo room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thông báo vào SQL Server qua stored procedure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Nhận sự kiện trong app, hiện thông báo, mở đúng màn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xong, ngồi chờ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ai muốn 10 giây lại kéo màn hình một lần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Nhân viên bấm "Sẵn sàng" → điện thoại của bạn sáng lên ngay?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Polling và WebSocket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Polling</a:t>
            </a:r>
            <a:r>
              <a:rPr b="0" sz="2000">
                <a:solidFill>
                  <a:srgbClr val="212529"/>
                </a:solidFill>
                <a:latin typeface="Arial"/>
              </a:rPr>
              <a:t>: app hỏi định kỳ → chậm, tốn pin và tải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WebSocket</a:t>
            </a:r>
            <a:r>
              <a:rPr b="0" sz="2000">
                <a:solidFill>
                  <a:srgbClr val="212529"/>
                </a:solidFill>
                <a:latin typeface="Arial"/>
              </a:rPr>
              <a:t>: kết nối mở liên tục, server chủ động gửi → gần như tức thời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Socket.IO</a:t>
            </a:r>
            <a:r>
              <a:rPr b="0" sz="2000">
                <a:solidFill>
                  <a:srgbClr val="212529"/>
                </a:solidFill>
                <a:latin typeface="Arial"/>
              </a:rPr>
              <a:t>: xây trên WebSocket, có sự kiện, room, tự kết nối lại, gửi auth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Khái niệm Socket.IO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Sự kiện</a:t>
            </a:r>
            <a:r>
              <a:rPr b="0" sz="2000">
                <a:solidFill>
                  <a:srgbClr val="212529"/>
                </a:solidFill>
                <a:latin typeface="Arial"/>
              </a:rPr>
              <a:t>: thông điệp có tên, ví dụ </a:t>
            </a:r>
            <a:r>
              <a:rPr sz="2000">
                <a:solidFill>
                  <a:srgbClr val="212529"/>
                </a:solidFill>
                <a:latin typeface="Consolas"/>
              </a:rPr>
              <a:t>order:status</a:t>
            </a:r>
            <a:r>
              <a:rPr b="0" sz="2000">
                <a:solidFill>
                  <a:srgbClr val="212529"/>
                </a:solidFill>
                <a:latin typeface="Arial"/>
              </a:rPr>
              <a:t>, kèm 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Room</a:t>
            </a:r>
            <a:r>
              <a:rPr b="0" sz="2000">
                <a:solidFill>
                  <a:srgbClr val="212529"/>
                </a:solidFill>
                <a:latin typeface="Arial"/>
              </a:rPr>
              <a:t>: nhóm kết nối do server quản lý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user:&lt;mã&gt;</a:t>
            </a:r>
            <a:r>
              <a:rPr b="0" sz="2000">
                <a:solidFill>
                  <a:srgbClr val="212529"/>
                </a:solidFill>
                <a:latin typeface="Arial"/>
              </a:rPr>
              <a:t> cho từng người; </a:t>
            </a:r>
            <a:r>
              <a:rPr sz="2000">
                <a:solidFill>
                  <a:srgbClr val="212529"/>
                </a:solidFill>
                <a:latin typeface="Consolas"/>
              </a:rPr>
              <a:t>staff</a:t>
            </a:r>
            <a:r>
              <a:rPr b="0" sz="2000">
                <a:solidFill>
                  <a:srgbClr val="212529"/>
                </a:solidFill>
                <a:latin typeface="Arial"/>
              </a:rPr>
              <a:t> cho nhân viên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Handshake auth</a:t>
            </a:r>
            <a:r>
              <a:rPr b="0" sz="2000">
                <a:solidFill>
                  <a:srgbClr val="212529"/>
                </a:solidFill>
                <a:latin typeface="Arial"/>
              </a:rPr>
              <a:t>: gửi JWT khi kết nối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đề xuất room cho đề tài của nhóm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Sơ đồ tuần tự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lại bằng draw.io: minh chứng CLO3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nhân viên → PATCH /orders/12/status → API NestJS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EXEC sp_Order_UpdateStatus → SQL Server (trả userId)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EXEC sp_Notification_Create → SQL Server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emit 'order:status' tới room user:5 → App khách hàng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khách hàng → hiện thông báo, làm mới đơn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Lưu thông báo trước, gửi sau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Notifications: UserId, Title, Body, OrderId, IsRead, CreatedAt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sp_Notification_Create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GetList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CountUnread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MarkRead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đang tắt app vẫn xem lại được khi mở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sp_Order_UpdateStatus</a:t>
            </a:r>
            <a:r>
              <a:rPr b="0" sz="2000">
                <a:solidFill>
                  <a:srgbClr val="212529"/>
                </a:solidFill>
                <a:latin typeface="Arial"/>
              </a:rPr>
              <a:t> trả về </a:t>
            </a:r>
            <a:r>
              <a:rPr sz="2000">
                <a:solidFill>
                  <a:srgbClr val="212529"/>
                </a:solidFill>
                <a:latin typeface="Consolas"/>
              </a:rPr>
              <a:t>userId</a:t>
            </a:r>
            <a:r>
              <a:rPr b="0" sz="2000">
                <a:solidFill>
                  <a:srgbClr val="212529"/>
                </a:solidFill>
                <a:latin typeface="Arial"/>
              </a:rPr>
              <a:t> người đặt bằng </a:t>
            </a:r>
            <a:r>
              <a:rPr sz="2000">
                <a:solidFill>
                  <a:srgbClr val="212529"/>
                </a:solidFill>
                <a:latin typeface="Consolas"/>
              </a:rPr>
              <a:t>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NestJS Gateway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90779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async handleConnection(client: Socket)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try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const payload = await this.jwt.verifyAsync(client.handshake.auth?.token);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client.join(`user:${payload.sub}`);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if (payload.role === 'staff') client.join('staff');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 catch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client.disconnect();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Đổi trạng thái → thông báo → realtime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Đơn mới: </a:t>
            </a:r>
            <a:r>
              <a:rPr sz="2000">
                <a:solidFill>
                  <a:srgbClr val="212529"/>
                </a:solidFill>
                <a:latin typeface="Consolas"/>
              </a:rPr>
              <a:t>toStaff('order:new', ...)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Socket chỉ </a:t>
            </a:r>
            <a:r>
              <a:rPr b="1" sz="2000">
                <a:solidFill>
                  <a:srgbClr val="212529"/>
                </a:solidFill>
                <a:latin typeface="Arial"/>
              </a:rPr>
              <a:t>báo tin</a:t>
            </a:r>
            <a:r>
              <a:rPr b="0" sz="2000">
                <a:solidFill>
                  <a:srgbClr val="212529"/>
                </a:solidFill>
                <a:latin typeface="Arial"/>
              </a:rPr>
              <a:t>; thao tác ghi vẫn qua API và thủ tục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[order] = await this.db.execute('sp_Order_UpdateStatus', { ...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[notification] = await this.db.execute('sp_Notification_Create', { ...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this.gateway.toUser(order.userId, 'order:status', { order, notification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Kết nối từ ứng dụng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90779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useEffect(() =&gt;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(!token) return;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socket = io(API_URL, { auth: { token }, transports: ['websocket']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socket.on('order:status', ({ order, notification }) =&gt;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queryClient.invalidateQueries({ queryKey: ['orders']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// hiện thông báo cục bộ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() =&gt; { socket.disconnect();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}, [token]);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Thông báo cục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Notifications.scheduleNotificationAsync({ content, trigger: null })</a:t>
            </a:r>
            <a:r>
              <a:rPr b="0" sz="2000">
                <a:solidFill>
                  <a:srgbClr val="212529"/>
                </a:solidFill>
                <a:latin typeface="Arial"/>
              </a:rPr>
              <a:t>: hiện ngay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setNotificationHandler</a:t>
            </a:r>
            <a:r>
              <a:rPr b="0" sz="2000">
                <a:solidFill>
                  <a:srgbClr val="212529"/>
                </a:solidFill>
                <a:latin typeface="Arial"/>
              </a:rPr>
              <a:t>: hiện cả khi app đang mở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content.data.url</a:t>
            </a:r>
            <a:r>
              <a:rPr b="0" sz="2000">
                <a:solidFill>
                  <a:srgbClr val="212529"/>
                </a:solidFill>
                <a:latin typeface="Arial"/>
              </a:rPr>
              <a:t> + listener bấm thông báo → </a:t>
            </a:r>
            <a:r>
              <a:rPr sz="2000">
                <a:solidFill>
                  <a:srgbClr val="212529"/>
                </a:solidFill>
                <a:latin typeface="Consolas"/>
              </a:rPr>
              <a:t>router.push(url)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được trong Expo Go; đây là phần </a:t>
            </a:r>
            <a:r>
              <a:rPr b="1" sz="2000">
                <a:solidFill>
                  <a:srgbClr val="212529"/>
                </a:solidFill>
                <a:latin typeface="Arial"/>
              </a:rPr>
              <a:t>bắt buộc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Trải nghiệm người dùng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báo điều người dùng quan tâm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chưa đọc; mở màn hình Thông báo thì đánh dấu đã đọc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Cho phép tắt từng loại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quyền thông báo sau đơn đầu tiên, có giải thích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Notifications và thủ tục; chạy thử bằng EXEC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NotificationsGateway; PATCH /orders/:id/status cho staff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useRealtime, setNotificationHandler, xử lý bấm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thiết bị: nhân viên đổi trạng thái → khách nhận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sơ đồ tuần tự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Thông báo: lịch sử từ API, cuộn vô hạn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Bấm thông báo: đánh dấu đã đọc, mở đơn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chưa đọc cập nhật theo sự kiện socket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Công tắc bật/tắt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A không đánh dấu được thông báo của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Checkpoint Sprint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Bắt buộc</a:t>
            </a:r>
            <a:r>
              <a:rPr b="0" sz="2000">
                <a:solidFill>
                  <a:srgbClr val="212529"/>
                </a:solidFill>
                <a:latin typeface="Arial"/>
              </a:rPr>
              <a:t>: ít nhất 1 luồng realtime bằng Socket.IO, có lưu lịch sử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Nộp sơ đồ tuần tự trong </a:t>
            </a:r>
            <a:r>
              <a:rPr sz="2000">
                <a:solidFill>
                  <a:srgbClr val="212529"/>
                </a:solidFill>
                <a:latin typeface="Consolas"/>
              </a:rPr>
              <a:t>docs/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 tính năng thiết bị và realtime trên Android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Cập nhật backlog Sprint 4; nộp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WebSocket/Socket.IO thay polling cho thông báo tức thời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Gateway xác thực JWT, gửi theo room người dùng/vai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thông báo vào SQL Server trước, gửi socket sau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App: kết nối theo token, làm mới cache, hiện thông báo, mở đúng màn hình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09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