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tiết lý thuyết, 3 tiết thực hành. CLO1.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 học phần Kiểm thử phần mềm: test plan, test case, bug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nguyên tắc "không hiểu thì không merge" áp dụng cả cho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nhóm đăng ký tài khoản Expo và liên hệ bộ phận hỗ trợ lấy thông tin server trước bài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10: Kiểm thử, gỡ lỗi &amp; tối ưu hiệu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4 · Chất lượng sản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unit test và component test bằng Jest + React Native Testing Library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thử stored procedure bằng script T-SQL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Gỡ lỗi bằng React Native DevTools, log, request mạng, sự kiện socket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Đo và cải thiện hiệu năng; bổ sung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Tuần sau một bạn sửa hàm tính tổng tiền. Ai phát hiện nó tính sai?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Trên điện thoại Android cũ, danh sách món còn cuộn mượt không?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"Chạy được trên máy em" chưa phải là chất lượng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Các tầng kiểm thử trong đồ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Unit test</a:t>
            </a:r>
            <a:r>
              <a:rPr b="0" sz="2000">
                <a:solidFill>
                  <a:srgbClr val="212529"/>
                </a:solidFill>
                <a:latin typeface="Arial"/>
              </a:rPr>
              <a:t>: hàm, store (giỏ hàng, xác thực), không cần giao diện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Component test</a:t>
            </a:r>
            <a:r>
              <a:rPr b="0" sz="2000">
                <a:solidFill>
                  <a:srgbClr val="212529"/>
                </a:solidFill>
                <a:latin typeface="Arial"/>
              </a:rPr>
              <a:t>: vẽ component, thao tác như người dùng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Kiểm thử thủ tục</a:t>
            </a:r>
            <a:r>
              <a:rPr b="0" sz="2000">
                <a:solidFill>
                  <a:srgbClr val="212529"/>
                </a:solidFill>
                <a:latin typeface="Arial"/>
              </a:rPr>
              <a:t>: script T-SQL trên CSDL kiểm thử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Kiểm thử thủ công</a:t>
            </a:r>
            <a:r>
              <a:rPr b="0" sz="2000">
                <a:solidFill>
                  <a:srgbClr val="212529"/>
                </a:solidFill>
                <a:latin typeface="Arial"/>
              </a:rPr>
              <a:t>: chạy luồng chính trên điện thoại thật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Thiết lập Jest cho Expo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package.json: preset là jest-expo, script test chạy jest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File test: thư mục __tests__ hoặc tên *.test.tsx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Thư viện native (AsyncStorage, SecureStore) phải mock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npx expo install jest-expo jest @types/jest -- --save-dev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npx expo install @testing-library/react-native -- --save-dev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Unit test cho store giỏ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1800">
                <a:solidFill>
                  <a:srgbClr val="212529"/>
                </a:solidFill>
                <a:latin typeface="Arial"/>
              </a:rPr>
              <a:t>•  beforeEach đặt lại state: các test độc lập với nhau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61518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beforeEach(() =&gt; useCart.setState({ items: [] }));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test('thêm trùng món thì cộng dồn', () =&gt;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useCart.getState().add({ id: 1, name: 'Cơm gà', price: 35000 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useCart.getState().add({ id: 1, name: 'Cơm gà', price: 35000 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expect(useCart.getState().items[0].quantity).toBe(2);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expect(useCart.getState().total()).toBe(70000);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Component test cho ProductCard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Tìm phần tử theo chữ người dùng thấy hoặc accessibilityLabel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 hành vi, không test chi tiết cài đặt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onAdd = jest.fn();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render(&lt;ProductCard name="Bún bò Huế" price={40000} onAdd={onAdd} /&gt;);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expect(screen.getByText('Bún bò Huế')).toBeTruthy();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fireEvent.press(screen.getByText('Thêm vào giỏ'));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expect(onAdd).toHaveBeenCalledTimes(1);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Mock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jest.mock('@/lib/api') thay hàm gọi mạng bằng hàm giả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Quy định dữ liệu trả về: danh sách món, lỗi 409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 không phụ thuộc server, chạy nhanh, kết quả ổn định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Lớp liệt kê 3 tình huống API cần mock cho màn hình Đặt món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Kiểm thử stored procedure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1800">
                <a:solidFill>
                  <a:srgbClr val="212529"/>
                </a:solidFill>
                <a:latin typeface="Arial"/>
              </a:rPr>
              <a:t>•  Chạy trên CSDL kiểm thử riêng, không chạy trên CSDL thật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61518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BEGIN TRY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EXEC sp_Order_Create @UserId = 1,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@ItemsJson = N'[{"productId":1,"quantity":2}]';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PRINT N'FAIL TC-01';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END TRY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BEGIN CATCH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IF ERROR_NUMBER() = 50409 PRINT N'PASS TC-01';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END CATCH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Thiết kế ca kiểm thử thủ tục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Hợp lệ</a:t>
            </a:r>
            <a:r>
              <a:rPr b="0" sz="2000">
                <a:solidFill>
                  <a:srgbClr val="212529"/>
                </a:solidFill>
                <a:latin typeface="Arial"/>
              </a:rPr>
              <a:t>: đặt 1 suất khi còn hàng → tạo đơn, trừ tồn kho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hợp lệ</a:t>
            </a:r>
            <a:r>
              <a:rPr b="0" sz="2000">
                <a:solidFill>
                  <a:srgbClr val="212529"/>
                </a:solidFill>
                <a:latin typeface="Arial"/>
              </a:rPr>
              <a:t>: JSON sai, số lượng âm, món đã ngừng bán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Biên</a:t>
            </a:r>
            <a:r>
              <a:rPr b="0" sz="2000">
                <a:solidFill>
                  <a:srgbClr val="212529"/>
                </a:solidFill>
                <a:latin typeface="Arial"/>
              </a:rPr>
              <a:t>: đặt đúng bằng tồn kho; vượt tồn kho 1 đơn vị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tra cả kết quả trả về lẫn mã lỗi THROW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Công cụ gỡ lỗi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React Native DevTools</a:t>
            </a:r>
            <a:r>
              <a:rPr b="0" sz="2000">
                <a:solidFill>
                  <a:srgbClr val="212529"/>
                </a:solidFill>
                <a:latin typeface="Arial"/>
              </a:rPr>
              <a:t>: nhấn j trong cửa sổ expo start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Console, breakpoint, cây component, Profiler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RedBox</a:t>
            </a:r>
            <a:r>
              <a:rPr b="0" sz="2000">
                <a:solidFill>
                  <a:srgbClr val="212529"/>
                </a:solidFill>
                <a:latin typeface="Arial"/>
              </a:rPr>
              <a:t>: đọc dòng stack trace đầu tiên thuộc mã của bạn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Mạng</a:t>
            </a:r>
            <a:r>
              <a:rPr b="0" sz="2000">
                <a:solidFill>
                  <a:srgbClr val="212529"/>
                </a:solidFill>
                <a:latin typeface="Arial"/>
              </a:rPr>
              <a:t>: log URL, mã trạng thái, lỗi trả về; đối chiếu bằng Swagger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Socket</a:t>
            </a:r>
            <a:r>
              <a:rPr b="0" sz="2000">
                <a:solidFill>
                  <a:srgbClr val="212529"/>
                </a:solidFill>
                <a:latin typeface="Arial"/>
              </a:rPr>
              <a:t>: lắng nghe connect_error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Quy trình xử lý một lỗi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1. Tái hiện: bước, dữ liệu, thiết bị, phiên bản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2. Khoanh vùng: app, API, thủ tục hay dữ liệu?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3. Viết test tái hiện lỗi (đỏ) → sửa → test xanh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4. Ghi bug log: mô tả, mức độ, nguyên nhân, cách sửa,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Vẽ lại thừa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State của màn hình cha đổi → mọi component con vẽ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Gõ 1 ký tự tìm kiếm → 200 thẻ món vẽ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Đo trước khi sửa</a:t>
            </a:r>
            <a:r>
              <a:rPr b="0" sz="2000">
                <a:solidFill>
                  <a:srgbClr val="212529"/>
                </a:solidFill>
                <a:latin typeface="Arial"/>
              </a:rPr>
              <a:t>: Profiler cho biết component nào vẽ lại, mất bao lâu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Mở Profiler, gõ vào ô tìm kiếm, ghi số lần vẽ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React.memo và useCallback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memo: chỉ vẽ lại khi props đổi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useCallback: giữ nguyên hàm giữa các lần vẽ, nếu không memo vô tác dụng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1444752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const ProductCard = React.memo(function ProductCard(props: Props)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// ...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handleAdd = useCallback((item: Product) =&gt; add(item), [add]);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Tối ưu danh sách và 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FlatList: keyExtractor ổn định, initialNumToRender vừa một màn hình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getItemLayout khi các dòng cao bằng nhau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Ảnh đúng kích thước từ server; expo-image có bộ nhớ đệm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Đo ở chế độ gần thật: expo start --no-dev --minify, máy Android tầm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Nút chỉ có biểu tượng: accessibilityLabel và accessibilityRole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Thử bằng TalkBack trên Android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Tăng cỡ chữ hệ thống: giao diện không được vỡ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Vùng chạm khoảng 44–48 dp; hitSlop cho biểu tượng nhỏ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Độ tương phản đủ để đọc ngoài trời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do AI sinh có đáng tin?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Copilot sinh test rất nhanh, nhưng test có thể "luôn xanh"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Mutation thủ công</a:t>
            </a:r>
            <a:r>
              <a:rPr b="0" sz="2000">
                <a:solidFill>
                  <a:srgbClr val="212529"/>
                </a:solidFill>
                <a:latin typeface="Arial"/>
              </a:rPr>
              <a:t>: cố ý sửa sai logic, ví dụ đổi nhân thành cộng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 vẫn xanh → test vô giá trị → thêm expect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Ghi prompt sinh test vào PROMPTS.md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Có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test giỏ hàng, ProductCard, script sp_Order_Create, memo danh sách, accessibilityLabel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≥ 5 test cho module tự chọn + mutation thủ công với ≥ 3 lỗi cố ý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test luồng chính, bug log, 1 cải tiến hiệu năng có số liệu trước/sau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Tổng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 tự động bảo vệ mã khỏi lỗi khi sửa sau này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Thủ tục cũng cần kịch bản kiểm thử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Đo trước, sửa sau, đo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Buổi sau: triển khai lên server Khoa và build APK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10: Kiểm thử, gỡ lỗi &amp; tối ưu hiệu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