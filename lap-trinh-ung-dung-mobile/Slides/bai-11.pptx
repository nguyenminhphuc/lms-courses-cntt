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CLO1, CLO2. Kiểm tra nhóm đã có tài khoản Expo và thông tin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thao tác cấp server (login, firewall, service) phối hợp với bộ phận hỗ trợ triển khai của Khoa.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hạn nộp đồ án, báo cáo cá nhân; yêu cầu nhóm tập demo trên đúng thiết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11: Triển khai backend lên server Khoa, build &amp; phát hành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Sprint 4 · Đưa sản phẩm ra ngoài phòng máy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Triển khai CSDL SQL Server và backend NestJS lên Windows Server của Khoa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Cấu hình ứng dụng theo môi trường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Build APK/AAB bằng EAS Build; cập nhật OTA bằng EAS Update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Chuẩn bị hồ sơ phát hành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Từ phòng máy ra thế giới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Hiện tại: app chỉ chạy khi máy bạn bật, cùng Wi-Fi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Mục tiêu: người ngoài nhóm cài APK, đặt món qua mạng, nhận thông báo realtime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85953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Điện thoại (APK) → API NestJS trên Windows Server Khoa → SQL Server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             ← Socket.IO (cùng server)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Triển khai CSDL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theo thứ tự số: 01-tables.sql → 02-procedures.sql → … → 08-notifications.sql → 99-seed.sql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Script chạy lại được: CREATE OR ALTER PROCEDURE, kiểm tra tồn tại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Dùng SQL Server Management Studio hoặc sqlcmd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khoản chỉ có quyền EXECUTE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dùng sa; không cấp quyền trực tiếp trên bảng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tra: SELECT bị từ chối, EXEC thủ tục chạy được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LOGIN lhufood_api WITH PASSWORD = N'&lt;mật khẩu mạnh&gt;';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USE LhuFood;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USER lhufood_api FOR LOGIN lhufood_api;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GRANT EXECUTE ON SCHEMA::dbo TO lhufood_api;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Chạy backend trên Windows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npm ci → npm run build → node dist/main.js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File .env trên server: DB_USER, DB_PASSWORD, JWT_SECRET khác máy phát triển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Dịch vụ nền</a:t>
            </a:r>
            <a:r>
              <a:rPr b="0" sz="2000">
                <a:solidFill>
                  <a:srgbClr val="212529"/>
                </a:solidFill>
                <a:latin typeface="Arial"/>
              </a:rPr>
              <a:t>: theo hướng dẫn của bộ phận hỗ trợ, tự chạy lại khi server khởi động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Firewall</a:t>
            </a:r>
            <a:r>
              <a:rPr b="0" sz="2000">
                <a:solidFill>
                  <a:srgbClr val="212529"/>
                </a:solidFill>
                <a:latin typeface="Arial"/>
              </a:rPr>
              <a:t>: mở cổng API và socket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 Swagger từ một máy khác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README triển khai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Phiên bản Node.js, thứ tự chạy script CSDL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Danh sách biến môi trường (không ghi giá trị bí mật)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Cách khởi động lại dịch vụ, vị trí file log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khác đọc README phải triển khai lại được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app.config.ts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package duy nhất, không đổi sau khi phát hành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versionCode tăng mỗi lần đưa bản mới lên cửa hàng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config: ExpoConfig =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name: 'LHU Food', slug: 'lhu-food', version: '1.0.0',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icon: './assets/icon.png',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android: { package: 'vn.edu.lhu.lhufood', versionCode: 1 },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Địa chỉ theo môi trường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Phát triển: EXPO_PUBLIC_API_URL trỏ về máy cá nhân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build: trỏ về server Khoa, khai báo trong eas.json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EXPO_PUBLIC_* được nhúng vào app: không đặt mật khẩu, khóa bí mật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HTTP bị Android chặn trong bản build: cho phép cleartext cho đồ án, phát hành thật dùng HTTPS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đồ (bài 08): cần API key Google Maps cho Android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EAS 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preview</a:t>
            </a:r>
            <a:r>
              <a:rPr b="0" sz="2000">
                <a:solidFill>
                  <a:srgbClr val="212529"/>
                </a:solidFill>
                <a:latin typeface="Arial"/>
              </a:rPr>
              <a:t>: APK, cài từ mã QR (bắt buộc)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production</a:t>
            </a:r>
            <a:r>
              <a:rPr b="0" sz="2000">
                <a:solidFill>
                  <a:srgbClr val="212529"/>
                </a:solidFill>
                <a:latin typeface="Arial"/>
              </a:rPr>
              <a:t>: AAB cho Google 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npm install -g eas-cli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login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init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build:configure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build -p android --profile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Ký ứng dụng và lượt build miễn phí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Lần đầu EAS tạo keystore và lưu trên Expo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Mất keystore → không cập nhật được app trên cửa hàng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Tài khoản miễn phí: lượt build có giới hạn, phải xếp hàng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Trước khi build: chạy thử kỹ, kiểm tra eas.json, chạy npx expo-doctor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công build từ tài khoản của các thành viên khác nhau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EAS Update (OTA)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đến bản build cùng channel và runtime version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</a:t>
            </a:r>
            <a:r>
              <a:rPr b="0" sz="2000">
                <a:solidFill>
                  <a:srgbClr val="212529"/>
                </a:solidFill>
                <a:latin typeface="Arial"/>
              </a:rPr>
              <a:t> dùng cho: thư viện native, quyền, icon, cấu hình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15214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npx expo install expo-updates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update:configure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update --channel preview --message "Sửa lỗi tổng tiền"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Lỗi chỉ có trên APK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Lỗi mạng: biến môi trường chưa vào bản build, HTTP bị chặn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Máy khác không vào API: firewall, API chỉ lắng nghe localhost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đồ trắng: thiếu API key Google Maps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Thiếu quyền: chưa khai báo trong cấu hình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Mỗi nhóm dự đoán lỗi dễ gặp nhất với ứng dụng của mình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Hồ sơ cửa hàng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Tên, mô tả ngắn (≤ 80 ký tự), mô tả đầy đủ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Icon 512×512, feature graphic, ≥ 4 ảnh chụp màn hình thật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Chính sách quyền riêng tư</a:t>
            </a:r>
            <a:r>
              <a:rPr b="0" sz="2000">
                <a:solidFill>
                  <a:srgbClr val="212529"/>
                </a:solidFill>
                <a:latin typeface="Arial"/>
              </a:rPr>
              <a:t>: thu thập gì, dùng làm gì, lưu ở đâu, xóa tài khoản thế nào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Lý do xin từng quyền: camera, vị trí, thông báo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Vận hành sau phát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Backend ghi log: request lỗi, exception, thủ tục chậm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 bắt lỗi toàn cục và gửi về API; mở rộng: Sentry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Lỗi người dùng báo → bug log → EAS Update hoặc build mới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iOS (mở rộng): TestFlight hoặc development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Có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đưa LHU Food lên server mẫu, build APK, đặt món qua mạng, gửi EAS Update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hồ sơ cửa hàng (store-listing/)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backend + CSDL trên server Khoa; APK chạy trên máy người ngoài nhóm; README triển khai; bản nháp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Tổng kết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Backend chạy như dịch vụ, chỉ dùng quyền EXECUTE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Một mã nguồn, nhiều môi trường qua biến môi trường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APK để kiểm thử, AAB để phát hành; OTA tiết kiệm lượt build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Buổi sau: Demo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