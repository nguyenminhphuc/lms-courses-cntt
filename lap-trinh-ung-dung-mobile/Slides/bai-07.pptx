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CLO1, CLO2, CLO3.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bằng hai cửa sổ SSMS cùng đặt suất cuối.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07: CSDL SQL Server nâng cao &amp; đồng bộ dữ liệu qua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Ràng buộc, chỉ mục, giao dịch, báo cáo và optimistic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Hoàn thiện ràng buộc và chỉ mục cho CSDL SQL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stored procedure có giao dịch và xử lý lỗi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thủ tục báo cáo; quản lý script CSDL theo phiên bản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Đồng bộ ứng dụng với server: optimistic update, giữ giỏ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Hai bạn cùng đặt suất cơm gà cuối cùng trong cùng một giây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được phần?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Tạo đơn xong nhưng trừ tồn kho thất bại: đơn đó còn đúng không?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Lớp đoán kết quả với thủ tục sp_Order_Create của bài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Ràng buộc trong CSDL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Quy tắc đặt được ở CSDL thì đặt ở CSDL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Đặt tên rõ ràng: </a:t>
            </a:r>
            <a:r>
              <a:rPr sz="2000">
                <a:solidFill>
                  <a:srgbClr val="212529"/>
                </a:solidFill>
                <a:latin typeface="Consolas"/>
              </a:rPr>
              <a:t>CK_...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DF_...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IX_...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ALTER TABLE Products ADD Stock INT NOT NULL CONSTRAINT DF_Products_Stock DEFAULT 0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CONSTRAINT CK_Products_Stock CHECK (Stock &gt;= 0);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ALTER TABLE Orders ADD CONSTRAINT CK_Orders_Status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CHECK (Status IN (N'pending', N'preparing', N'ready', N'completed', N'cancelled'));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Chỉ mục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Theo đúng </a:t>
            </a:r>
            <a:r>
              <a:rPr sz="2000">
                <a:solidFill>
                  <a:srgbClr val="212529"/>
                </a:solidFill>
                <a:latin typeface="Consolas"/>
              </a:rPr>
              <a:t>WHERE</a:t>
            </a:r>
            <a:r>
              <a:rPr b="0" sz="2000">
                <a:solidFill>
                  <a:srgbClr val="212529"/>
                </a:solidFill>
                <a:latin typeface="Arial"/>
              </a:rPr>
              <a:t> và </a:t>
            </a:r>
            <a:r>
              <a:rPr sz="2000">
                <a:solidFill>
                  <a:srgbClr val="212529"/>
                </a:solidFill>
                <a:latin typeface="Consolas"/>
              </a:rPr>
              <a:t>ORDER BY</a:t>
            </a:r>
            <a:r>
              <a:rPr b="0" sz="2000">
                <a:solidFill>
                  <a:srgbClr val="212529"/>
                </a:solidFill>
                <a:latin typeface="Arial"/>
              </a:rPr>
              <a:t> mà thủ tục hay dùng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tạo chỉ mục cho mọi cột: ghi chậm hơn, tốn dung lượng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INDEX IX_Orders_UserId_CreatedAt ON Orders (UserId, CreatedAt DESC);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INDEX IX_Products_CategoryId ON Products (CategoryId) WHERE IsAvailable =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Giao dịch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Gói nhiều lệnh thành một khối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Tất cả thành công</a:t>
            </a:r>
            <a:r>
              <a:rPr b="0" sz="2000">
                <a:solidFill>
                  <a:srgbClr val="212529"/>
                </a:solidFill>
                <a:latin typeface="Arial"/>
              </a:rPr>
              <a:t>, hoặc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có gì thay đổi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Đặt hàng = tạo Orders + tạo OrderItems + trừ Stock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Bước trừ tồn kho lỗi → đơn và chi tiết đơn cũng phải bị hủy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Khuôn mẫu TRY...CATCH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320040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SET XACT_ABORT ON;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 TRY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BEGIN TRAN;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-- kiểm tra tồn kho, INSERT Orders, INSERT OrderItems, UPDATE Stock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COMMIT;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 TRY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 CATCH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@@TRANCOUNT &gt; 0 ROLLBACK;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THROW;   -- ném lại lỗi gốc (giữ mã 50409)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 CATCH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Chặn hai người cùng lấy suất cuối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Khóa dòng món tới khi giao dịch kết thúc; đơn thứ hai phải chờ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IF EXISTS (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SELECT 1 FROM @Items i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LEFT JOIN Products p WITH (UPDLOCK, HOLDLOCK) ON p.ProductId = i.ProductId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WHERE p.ProductId IS NULL OR p.IsAvailable = 0 OR p.Stock &lt; i.Quantity)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THROW 50409, N'Có món đã hết hoặc không đủ số lượng',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Thủ tục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Endpoint thống kê chỉ cho vai trò </a:t>
            </a:r>
            <a:r>
              <a:rPr sz="2000">
                <a:solidFill>
                  <a:srgbClr val="212529"/>
                </a:solidFill>
                <a:latin typeface="Consolas"/>
              </a:rPr>
              <a:t>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SELECT CAST(o.CreatedAt AS DATE) AS day,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COUNT(DISTINCT o.OrderId) AS orderCount,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SUM(oi.Quantity * oi.UnitPrice) AS revenue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FROM Orders o JOIN OrderItems oi ON oi.OrderId = o.OrderId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WHERE o.Status &lt;&gt; N'cancelled'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GROUP BY CAST(o.CreatedAt AS DATE);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Script CSDL theo phiên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Chạy từ 01 đến 99 trên CSDL trống → đúng CSDL của nhóm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11 dùng chính các script này để triển khai lên server Khoa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database/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01-tables.sql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02-procedures.sql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03-auth.sql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04-stock-reports.sql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└── 99-seed.sql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Optimistic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Đổi giao diện ngay khi bấm, gửi API ở nền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lỗi → trả giao diện về như cũ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TanStack Query: </a:t>
            </a:r>
            <a:r>
              <a:rPr sz="2000">
                <a:solidFill>
                  <a:srgbClr val="212529"/>
                </a:solidFill>
                <a:latin typeface="Consolas"/>
              </a:rPr>
              <a:t>onMutate</a:t>
            </a:r>
            <a:r>
              <a:rPr b="0" sz="2000">
                <a:solidFill>
                  <a:srgbClr val="212529"/>
                </a:solidFill>
                <a:latin typeface="Arial"/>
              </a:rPr>
              <a:t> (cập nhật cache), </a:t>
            </a:r>
            <a:r>
              <a:rPr sz="2000">
                <a:solidFill>
                  <a:srgbClr val="212529"/>
                </a:solidFill>
                <a:latin typeface="Consolas"/>
              </a:rPr>
              <a:t>onError</a:t>
            </a:r>
            <a:r>
              <a:rPr b="0" sz="2000">
                <a:solidFill>
                  <a:srgbClr val="212529"/>
                </a:solidFill>
                <a:latin typeface="Arial"/>
              </a:rPr>
              <a:t> (hoàn tác), </a:t>
            </a:r>
            <a:r>
              <a:rPr sz="2000">
                <a:solidFill>
                  <a:srgbClr val="212529"/>
                </a:solidFill>
                <a:latin typeface="Consolas"/>
              </a:rPr>
              <a:t>onSettled</a:t>
            </a:r>
            <a:r>
              <a:rPr b="0" sz="2000">
                <a:solidFill>
                  <a:srgbClr val="212529"/>
                </a:solidFill>
                <a:latin typeface="Arial"/>
              </a:rPr>
              <a:t> (tải lại)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Nút trái tim "Món yêu thích" đổi màu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Giữ giỏ hàng khi tắt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Giỏ hàng chỉ là "ý định mua"; server vẫn kiểm tra giá và tồn kho khi đặt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useCart = create&lt;CartState&gt;()(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persist((set, get) =&gt; ({ /* items, add, remove... */ }),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{ name: 'lhufood-cart', storage: createJSONStorage(() =&gt; AsyncStorage) }),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Thêm Stock, ràng buộc trạng thái, chỉ mục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lại sp_Order_Create có giao dịch; thử đặt quá tồn kho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Hai cửa sổ SSMS cùng đặt suất cuối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sp_Report_RevenueByDay + màn hình Thống kê cho nhân viên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Giỏ hàng dùng persist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 &amp; thử thách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Cá nhân</a:t>
            </a:r>
            <a:r>
              <a:rPr b="0" sz="2000">
                <a:solidFill>
                  <a:srgbClr val="212529"/>
                </a:solidFill>
                <a:latin typeface="Arial"/>
              </a:rPr>
              <a:t>: Món yêu thích (bảng Favorites n-n, thủ tục, API, optimistic update)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ràng buộc, chỉ mục, thủ tục có giao dịch, 1 thủ tục báo cáo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Mã backend không còn câu SQL trực tiếp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Nộp ERD phiên bản cuối + thư mục </a:t>
            </a:r>
            <a:r>
              <a:rPr sz="2000">
                <a:solidFill>
                  <a:srgbClr val="212529"/>
                </a:solidFill>
                <a:latin typeface="Consolas"/>
              </a:rPr>
              <a:t>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Ràng buộc ở CSDL chặn dữ liệu sai từ mọi nguồn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Giao dịch: TRY...CATCH, ROLLBACK, THROW; khóa dòng khi cần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Script đánh số, chạy lại được từ đầu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Dữ liệu chuẩn ở SQL Server; app chỉ giữ bản sao tạm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07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07: CSDL SQL Server nâng cao &amp; đồng bộ dữ liệu qua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