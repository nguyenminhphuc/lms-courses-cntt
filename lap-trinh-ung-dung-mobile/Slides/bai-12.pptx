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tiết thực hành. Công bố thứ tự trình bày, kiểm tra server Khoa và máy chiếu trước giờ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Mời 2–3 nhóm chia sẻ; ghi nhận ý kiến để điều chỉnh học phần kỳ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12: Demo Day - báo cáo đồ án &amp; tổng kết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Đánh giá cuối kỳ · CLO1, CLO2, CLO3, CLO4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Demo 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Trình diễn sản phẩm trên điện thoại Android thật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Bảo vệ thiết kế chức năng và thiết kế dữ liệu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Mỗi thành viên giải thích phần mã mình phụ trách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Review chéo và nhìn lại học phần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15 phút của mỗi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1 phút</a:t>
            </a:r>
            <a:r>
              <a:rPr b="0" sz="2000">
                <a:solidFill>
                  <a:srgbClr val="212529"/>
                </a:solidFill>
                <a:latin typeface="Arial"/>
              </a:rPr>
              <a:t> giới thiệu: vấn đề, người dùng, thành viên và vai trò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5 phút</a:t>
            </a:r>
            <a:r>
              <a:rPr b="0" sz="2000">
                <a:solidFill>
                  <a:srgbClr val="212529"/>
                </a:solidFill>
                <a:latin typeface="Arial"/>
              </a:rPr>
              <a:t> demo theo kịch bản trên điện thoại thật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4 phút</a:t>
            </a:r>
            <a:r>
              <a:rPr b="0" sz="2000">
                <a:solidFill>
                  <a:srgbClr val="212529"/>
                </a:solidFill>
                <a:latin typeface="Arial"/>
              </a:rPr>
              <a:t> thiết kế: sơ đồ chức năng, ERD, sơ đồ tuần tự realtime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5 phút</a:t>
            </a:r>
            <a:r>
              <a:rPr b="0" sz="2000">
                <a:solidFill>
                  <a:srgbClr val="212529"/>
                </a:solidFill>
                <a:latin typeface="Arial"/>
              </a:rPr>
              <a:t> hỏi đáp và bảo vệ kỹ thuật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Mọi thành viên đều trình bày phần của mình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Kịch bản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APK (không phải Expo Go) → đăng nhập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Duyệt, tìm món, giỏ hàng còn sau khi mở lại app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Đặt món → đối chiếu đơn trên SQL Server của Khoa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Chụp ảnh, chọn vị trí trên bản đồ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Đổi trạng thái đơn → thông báo realtime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Đặt món hết hàng → thông báo lỗi đúng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Bảo vệ thiết kế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Sơ đồ chức năng: đã xong gì, chưa xong gì, vì sao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ERD cuối khớp CSDL thật; có thể được yêu cầu mở SQL Server đối chiếu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Thủ tục quan trọng nhất: tham số, giao dịch, mã lỗi THROW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Sơ đồ tuần tự realtime: API → thủ tục → Socket.IO → room →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Bảo vệ kỹ thuật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Giảng viên chọn ngẫu nhiên đoạn mã, hỏi người đã commit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Đoạn này làm gì? Xóa dòng này thì sao?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Hai người cùng đặt suất cuối thì thủ tục xử lý thế nào?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Token lưu ở đâu, hết hạn thì app làm gì?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 hiểu thì không merge</a:t>
            </a:r>
            <a:r>
              <a:rPr b="0" sz="2000">
                <a:solidFill>
                  <a:srgbClr val="212529"/>
                </a:solidFill>
                <a:latin typeface="Arial"/>
              </a:rPr>
              <a:t>: không giải thích được thì không tính điểm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Rubric cuối kỳ (thang 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CLO1</a:t>
            </a:r>
            <a:r>
              <a:rPr b="0" sz="2000">
                <a:solidFill>
                  <a:srgbClr val="212529"/>
                </a:solidFill>
                <a:latin typeface="Arial"/>
              </a:rPr>
              <a:t> (3 điểm, đạt ≥ 1,5): sơ đồ chức năng, luồng chính, xác thực, thiết bị, realtime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CLO2</a:t>
            </a:r>
            <a:r>
              <a:rPr b="0" sz="2000">
                <a:solidFill>
                  <a:srgbClr val="212529"/>
                </a:solidFill>
                <a:latin typeface="Arial"/>
              </a:rPr>
              <a:t> (2 điểm, đạt ≥ 1): CSDL, stored procedure, script chạy trên server Khoa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CLO3</a:t>
            </a:r>
            <a:r>
              <a:rPr b="0" sz="2000">
                <a:solidFill>
                  <a:srgbClr val="212529"/>
                </a:solidFill>
                <a:latin typeface="Arial"/>
              </a:rPr>
              <a:t> (2 điểm, đạt ≥ 1): ERD cuối, tuần tự realtime, luồng màn hình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CLO4</a:t>
            </a:r>
            <a:r>
              <a:rPr b="0" sz="2000">
                <a:solidFill>
                  <a:srgbClr val="212529"/>
                </a:solidFill>
                <a:latin typeface="Arial"/>
              </a:rPr>
              <a:t> (3 điểm, đạt ≥ 1,5): báo cáo cá nhân, commit/PR, trình bày và trả lời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Điểm cuối kỳ chiếm 40% điểm học phần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Sản phẩm nộp và review chéo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Báo cáo đồ án, bộ sơ đồ, script CSDL và thủ tục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Link repo app và API, PROMPTS.md, README, file APK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Báo cáo vai trò cá nhân (mỗi thành viên nộp riêng)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Review chéo: chấm theo rubric, mỗi điểm kèm 1 điểm mạnh và 1 đề xuất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Phát phiếu review chéo cho các nhóm trước phần trình bày đầu tiên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Nhìn lại học phần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AI đã giúp nhóm tiết kiệm thời gian ở đâu?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Lỗi nào do AI gây ra khiến nhóm mất công tìm nhất?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Nếu làm lại, bạn sẽ dùng AI khác đi thế nào?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Mở rộng: đưa app lên Google Play, đưa đồ án vào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liệu của buổi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Đọc thêm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Rubric chấm cuối kỳ: 27 tiêu chí theo 4 CLO (Excel)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Đề cương học phần: mục Đánh giá môn học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Giáo trình nội bộ, Chương 12: Báo cáo đồ án, Demo Day và tổng kết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Bài tập hướng dẫn theo dự án LHU Food (cuối Chương 12)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SRS LHU Food: mục 4 (user story), 7 (dữ liệu), 10.1 (truy vết)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Kế hoạch Agile &amp; Product Backlog (Definition of Done, tiêu chí nghiệm thu)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12: Demo Day - báo cáo đồ án &amp; tổng kết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