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tiết lý thuyết, 4 tiết thực hành. CLO1.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Mã đầy đủ ở mục 2.2 của bài học.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Nhắc sinh viên kiểm tra thư viện AI gợi ý có trong tài liệu Expo không.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1463040" cy="73152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600">
                <a:solidFill>
                  <a:srgbClr val="FFC627"/>
                </a:solidFill>
                <a:latin typeface="Arial"/>
              </a:rPr>
              <a:t>Lập trình ứng dụng di động (111114)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18288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b="1" sz="4000">
                <a:solidFill>
                  <a:srgbClr val="FFFFFF"/>
                </a:solidFill>
                <a:latin typeface="Arial"/>
              </a:rPr>
              <a:t>Bài 08: Tính năng thiết bị: Camera, Ảnh, Vị trí &amp; Bản đồ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204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2000">
                <a:solidFill>
                  <a:srgbClr val="FFFFFF"/>
                </a:solidFill>
                <a:latin typeface="Arial"/>
              </a:rPr>
              <a:t>Những gì ứng dụng di động làm tốt hơn web app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0350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200">
                <a:solidFill>
                  <a:srgbClr val="FFFFFF"/>
                </a:solidFill>
                <a:latin typeface="Arial"/>
              </a:rPr>
              <a:t>Khoa Công nghệ Thông tin - Trường Đại học Lạc Hồng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Mục tiêu buổi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Xin và xử lý quyền truy cập thiết bị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Chụp/chọn ảnh, nén ảnh, tải ảnh lên NestJS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Lấy vị trí hiện tại, hiển thị bản đồ và tính khoảng cách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Phân biệt Expo Go và development build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08: Tính năng thiết bị: Camera, Ảnh, Vị trí &amp; Bản đồ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Câu hỏi mở đầu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Chụp ảnh, biết bạn đang ở đâu, chỉ đường tới quầy gần nhất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Nhưng điện thoại sẽ hỏi: "Cho phép LHU Food truy cập camera?"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Người dùng bấm "Từ chối" thì sao?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08: Tính năng thiết bị: Camera, Ảnh, Vị trí &amp; Bản đồ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Quyền truy cập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Camera, ảnh, vị trí là dữ liệu riêng tư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Xin đúng lúc</a:t>
            </a:r>
            <a:r>
              <a:rPr b="0" sz="2000">
                <a:solidFill>
                  <a:srgbClr val="212529"/>
                </a:solidFill>
                <a:latin typeface="Arial"/>
              </a:rPr>
              <a:t>: khi người dùng bấm chức năng cần quyền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Giải thích trước</a:t>
            </a:r>
            <a:r>
              <a:rPr b="0" sz="2000">
                <a:solidFill>
                  <a:srgbClr val="212529"/>
                </a:solidFill>
                <a:latin typeface="Arial"/>
              </a:rPr>
              <a:t> vì sao cần quyền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Xử lý từ chối</a:t>
            </a:r>
            <a:r>
              <a:rPr b="0" sz="2000">
                <a:solidFill>
                  <a:srgbClr val="212529"/>
                </a:solidFill>
                <a:latin typeface="Arial"/>
              </a:rPr>
              <a:t>: app vẫn chạy, hướng dẫn mở Cài đặt</a:t>
            </a:r>
          </a:p>
          <a:p>
            <a:pPr>
              <a:spcBef>
                <a:spcPts val="8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Hoạt động</a:t>
            </a:r>
            <a:r>
              <a:rPr b="0" sz="2000">
                <a:solidFill>
                  <a:srgbClr val="01295C"/>
                </a:solidFill>
                <a:latin typeface="Arial"/>
              </a:rPr>
              <a:t>: Hỏi lớp: ứng dụng nào từng xin quyền khiến bạn khó chịu?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08: Tính năng thiết bị: Camera, Ảnh, Vị trí &amp; Bản đồ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Xin quyền camera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Lời giải thích quyền khai báo trong </a:t>
            </a:r>
            <a:r>
              <a:rPr sz="2000">
                <a:solidFill>
                  <a:srgbClr val="212529"/>
                </a:solidFill>
                <a:latin typeface="Consolas"/>
              </a:rPr>
              <a:t>app.json</a:t>
            </a:r>
            <a:r>
              <a:rPr b="0" sz="2000">
                <a:solidFill>
                  <a:srgbClr val="212529"/>
                </a:solidFill>
                <a:latin typeface="Arial"/>
              </a:rPr>
              <a:t> (plugin của thư viện)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651760"/>
            <a:ext cx="11064240" cy="1444752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const { status, canAskAgain } = await ImagePicker.requestCameraPermissionsAsync();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if (status !== 'granted') {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// canAskAgain = false → hướng dẫn Linking.openSettings()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08: Tính năng thiết bị: Camera, Ảnh, Vị trí &amp; Bản đồ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Chụp hoặc chọn ảnh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sz="2000">
                <a:solidFill>
                  <a:srgbClr val="212529"/>
                </a:solidFill>
                <a:latin typeface="Consolas"/>
              </a:rPr>
              <a:t>quality</a:t>
            </a:r>
            <a:r>
              <a:rPr b="0" sz="2000">
                <a:solidFill>
                  <a:srgbClr val="212529"/>
                </a:solidFill>
                <a:latin typeface="Arial"/>
              </a:rPr>
              <a:t> và cắt vuông giúp ảnh nhỏ, tải lên nhanh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651760"/>
            <a:ext cx="11064240" cy="173736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const options = { mediaTypes: ['images'], allowsEditing: true, aspect: [1, 1], quality: 0.6 };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const result = fromCamera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? await ImagePicker.launchCameraAsync(options)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: await ImagePicker.launchImageLibraryAsync(options);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if (!result.canceled) await uploadAvatar(result.assets[0].uri);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08: Tính năng thiết bị: Camera, Ảnh, Vị trí &amp; Bản đồ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Tải ảnh lên server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Không</a:t>
            </a:r>
            <a:r>
              <a:rPr b="0" sz="2000">
                <a:solidFill>
                  <a:srgbClr val="212529"/>
                </a:solidFill>
                <a:latin typeface="Arial"/>
              </a:rPr>
              <a:t> tự đặt Content-Type: fetch tự thêm boundary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651760"/>
            <a:ext cx="11064240" cy="173736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const form = new FormData();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form.append('file', { uri, name: 'avatar.jpg', type: 'image/jpeg' } as any);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await fetch(`${API_URL}/users/me/avatar`, {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method: 'POST', body: form, headers: { Authorization: `Bearer ${token}` },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});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08: Tính năng thiết bị: Camera, Ảnh, Vị trí &amp; Bản đồ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NestJS nhận file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sz="2000">
                <a:solidFill>
                  <a:srgbClr val="212529"/>
                </a:solidFill>
                <a:latin typeface="Consolas"/>
              </a:rPr>
              <a:t>FileInterceptor('file')</a:t>
            </a:r>
            <a:r>
              <a:rPr b="0" sz="2000">
                <a:solidFill>
                  <a:srgbClr val="212529"/>
                </a:solidFill>
                <a:latin typeface="Arial"/>
              </a:rPr>
              <a:t> (Multer): giới hạn 2 MB, chỉ JPEG/PNG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Server tự đặt tên file: mã người dùng + thời điểm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Lưu file vào </a:t>
            </a:r>
            <a:r>
              <a:rPr sz="2000">
                <a:solidFill>
                  <a:srgbClr val="212529"/>
                </a:solidFill>
                <a:latin typeface="Consolas"/>
              </a:rPr>
              <a:t>uploads/</a:t>
            </a:r>
            <a:r>
              <a:rPr b="0" sz="2000">
                <a:solidFill>
                  <a:srgbClr val="212529"/>
                </a:solidFill>
                <a:latin typeface="Arial"/>
              </a:rPr>
              <a:t>, SQL Server </a:t>
            </a:r>
            <a:r>
              <a:rPr b="1" sz="2000">
                <a:solidFill>
                  <a:srgbClr val="212529"/>
                </a:solidFill>
                <a:latin typeface="Arial"/>
              </a:rPr>
              <a:t>chỉ lưu đường dẫn</a:t>
            </a:r>
            <a:r>
              <a:rPr b="0" sz="2000">
                <a:solidFill>
                  <a:srgbClr val="212529"/>
                </a:solidFill>
                <a:latin typeface="Arial"/>
              </a:rPr>
              <a:t> qua </a:t>
            </a:r>
            <a:r>
              <a:rPr sz="2000">
                <a:solidFill>
                  <a:srgbClr val="212529"/>
                </a:solidFill>
                <a:latin typeface="Consolas"/>
              </a:rPr>
              <a:t>sp_User_UpdateAvatar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Phục vụ file tĩnh bằng </a:t>
            </a:r>
            <a:r>
              <a:rPr sz="2000">
                <a:solidFill>
                  <a:srgbClr val="212529"/>
                </a:solidFill>
                <a:latin typeface="Consolas"/>
              </a:rPr>
              <a:t>useStaticAssets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08: Tính năng thiết bị: Camera, Ảnh, Vị trí &amp; Bản đồ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Vị trí hiện tại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Chỉ xin quyền </a:t>
            </a:r>
            <a:r>
              <a:rPr b="1" sz="2000">
                <a:solidFill>
                  <a:srgbClr val="212529"/>
                </a:solidFill>
                <a:latin typeface="Arial"/>
              </a:rPr>
              <a:t>khi dùng ứng dụng</a:t>
            </a:r>
            <a:r>
              <a:rPr b="0" sz="2000">
                <a:solidFill>
                  <a:srgbClr val="212529"/>
                </a:solidFill>
                <a:latin typeface="Arial"/>
              </a:rPr>
              <a:t> (foreground)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sz="2000">
                <a:solidFill>
                  <a:srgbClr val="212529"/>
                </a:solidFill>
                <a:latin typeface="Consolas"/>
              </a:rPr>
              <a:t>Balanced</a:t>
            </a:r>
            <a:r>
              <a:rPr b="0" sz="2000">
                <a:solidFill>
                  <a:srgbClr val="212529"/>
                </a:solidFill>
                <a:latin typeface="Arial"/>
              </a:rPr>
              <a:t> đủ cho khuôn viên, tiết kiệm pin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108960"/>
            <a:ext cx="11064240" cy="1444752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const { status } = await Location.requestForegroundPermissionsAsync();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if (status === 'granted') {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const pos = await Location.getCurrentPositionAsync({ accuracy: Location.Accuracy.Balanced });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08: Tính năng thiết bị: Camera, Ảnh, Vị trí &amp; Bản đồ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Bản đồ quầy căn tin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Tọa độ quầy lấy từ bảng Counters qua API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Khoảng cách: công thức Haversine → sắp xếp quầy gần nhất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108960"/>
            <a:ext cx="11064240" cy="173736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&lt;MapView style={{ flex: 1 }} showsUserLocation initialRegion={region}&gt;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{counters.map((c) =&gt; (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  &lt;Marker key={c.id} coordinate={{ latitude: c.lat, longitude: c.lng }} title={c.name} /&gt;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))}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&lt;/MapView&gt;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08: Tính năng thiết bị: Camera, Ảnh, Vị trí &amp; Bản đồ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Expo Go hay development build?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Expo Go</a:t>
            </a:r>
            <a:r>
              <a:rPr b="0" sz="2000">
                <a:solidFill>
                  <a:srgbClr val="212529"/>
                </a:solidFill>
                <a:latin typeface="Arial"/>
              </a:rPr>
              <a:t>: thư viện thuộc Expo SDK (image-picker, location, maps…)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Development build</a:t>
            </a:r>
            <a:r>
              <a:rPr b="0" sz="2000">
                <a:solidFill>
                  <a:srgbClr val="212529"/>
                </a:solidFill>
                <a:latin typeface="Arial"/>
              </a:rPr>
              <a:t>: thư viện native ngoài SDK, push từ xa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Development build tốn một lượt build EAS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Bản cài đặt dùng Google Maps cần API key trong </a:t>
            </a:r>
            <a:r>
              <a:rPr sz="2000">
                <a:solidFill>
                  <a:srgbClr val="212529"/>
                </a:solidFill>
                <a:latin typeface="Consolas"/>
              </a:rPr>
              <a:t>app.json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08: Tính năng thiết bị: Camera, Ảnh, Vị trí &amp; Bản đồ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Thực hành có hướng dẫn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Cột AvatarUrl, sp_User_UpdateAvatar, endpoint upload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Đổi ảnh đại diện: chụp hoặc chọn → cắt vuông → tải lên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Thử từ chối quyền: app không treo, có hướng dẫn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Bảng Counters, màn hình Bản đồ, sắp xếp theo khoảng cách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08: Tính năng thiết bị: Camera, Ảnh, Vị trí &amp; Bản đồ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Thực hành không hướng dẫn &amp; thử thách nhóm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Cá nhân</a:t>
            </a:r>
            <a:r>
              <a:rPr b="0" sz="2000">
                <a:solidFill>
                  <a:srgbClr val="212529"/>
                </a:solidFill>
                <a:latin typeface="Arial"/>
              </a:rPr>
              <a:t>: Báo cáo sự cố (ảnh + vị trí + mô tả → sp_Incident_Create)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Từ chối quyền vẫn gửi được; ảnh &gt; 2 MB bị từ chối có thông báo rõ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Nhóm</a:t>
            </a:r>
            <a:r>
              <a:rPr b="0" sz="2000">
                <a:solidFill>
                  <a:srgbClr val="212529"/>
                </a:solidFill>
                <a:latin typeface="Arial"/>
              </a:rPr>
              <a:t>: ít nhất 1 tính năng thiết bị có ý nghĩa với đề tài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README: quyền gì, xin lúc nào, xử lý khi bị từ chối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08: Tính năng thiết bị: Camera, Ảnh, Vị trí &amp; Bản đồ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Tóm tắt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Xin quyền đúng lúc, giải thích, xử lý khi bị từ chối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Ảnh: nén, tải bằng FormData, server lưu file, CSDL lưu đường dẫn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Vị trí khi dùng ứng dụng; bản đồ lấy dữ liệu từ API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Ưu tiên thư viện Expo SDK để dùng Expo Go</a:t>
            </a:r>
          </a:p>
          <a:p>
            <a:pPr>
              <a:spcBef>
                <a:spcPts val="8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Hoạt động</a:t>
            </a:r>
            <a:r>
              <a:rPr b="0" sz="2000">
                <a:solidFill>
                  <a:srgbClr val="01295C"/>
                </a:solidFill>
                <a:latin typeface="Arial"/>
              </a:rPr>
              <a:t>: Làm quiz Bài 08 ở cuối trang bài học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08: Tính năng thiết bị: Camera, Ảnh, Vị trí &amp; Bản đồ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