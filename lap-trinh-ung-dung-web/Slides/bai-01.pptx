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tiết lý thuyết, 3 tiết thực hành. CLO1, CLO4.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Thông báo địa chỉ API mẫu và tài khoản thử trên Moodle trước buổi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web (111102)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01: Ứng dụng web hiện đại với Next.js &amp; khởi động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Sprint 1 · Nền tảng &amp; Giao diện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So sánh CSR, SSR, SSG/ISR và React Server Components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Hiểu vai trò của Next.js App Router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phạm vi web của LHU Food từ SRS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Lập kế hoạch Sprint 1 và phân vai nhóm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Trang thực đơn: cần hiện ngay, được Google tìm thấy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Trang quản trị: tương tác nhiều, chỉ quản lý được vào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Một framework làm được cả hai thế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Các mô hình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CSR</a:t>
            </a:r>
            <a:r>
              <a:rPr b="0" sz="2000">
                <a:solidFill>
                  <a:srgbClr val="212529"/>
                </a:solidFill>
                <a:latin typeface="Arial"/>
              </a:rPr>
              <a:t>: trình duyệt tải JS rồi vẽ giao diện (React SPA đã học)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SSR</a:t>
            </a:r>
            <a:r>
              <a:rPr b="0" sz="2000">
                <a:solidFill>
                  <a:srgbClr val="212529"/>
                </a:solidFill>
                <a:latin typeface="Arial"/>
              </a:rPr>
              <a:t>: server tạo HTML cho từng request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SSG/ISR</a:t>
            </a:r>
            <a:r>
              <a:rPr b="0" sz="2000">
                <a:solidFill>
                  <a:srgbClr val="212529"/>
                </a:solidFill>
                <a:latin typeface="Arial"/>
              </a:rPr>
              <a:t>: tạo sẵn lúc build, ISR làm mới định kỳ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Server Components</a:t>
            </a:r>
            <a:r>
              <a:rPr b="0" sz="2000">
                <a:solidFill>
                  <a:srgbClr val="212529"/>
                </a:solidFill>
                <a:latin typeface="Arial"/>
              </a:rPr>
              <a:t>: chạy trên server, chỉ gửi kết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Next.js trong LHU Food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Thực đơn: render trên server, tải nhanh, tốt cho tìm kiếm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Quản trị, giỏ hàng, màn hình quầy: "đảo" tương tác ở trình duyệt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Một ứng dụng, kết hợp nhiều mô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Tạo dự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tra phiên bản: npx next --version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115214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npx create-next-app@latest lhu-food-web --ts --tailwind --eslint --app --import-alias "@/*"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cd lhu-food-web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npm run 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Cấu trúc App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Thư mục = đoạn đường dẫn; page.tsx = trang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173736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app/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layout.tsx      bố cục gốc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page.tsx        /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menu/page.tsx   /menu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admin/page.tsx  /admin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Server và Client 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Mặc định là Server Component: đọc dữ liệu, không có state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"use client": dùng useState, onClick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Chỉ dùng Client Component cho phần cần tương tác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Lớp phân loại 5 thành phần của trang thực đơn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Kiến trúc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Next.js KHÔNG kết nối CSDL trực tiếp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Sprint 1–2: API mẫu; Sprint 3–4: backend của nhóm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85953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Trình duyệt → Next.js → API (gateway) → SQL Server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                 chỉ gọi stored procedure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Phạm vi web theo SRS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Bắt buộc</a:t>
            </a:r>
            <a:r>
              <a:rPr b="0" sz="2000">
                <a:solidFill>
                  <a:srgbClr val="212529"/>
                </a:solidFill>
                <a:latin typeface="Arial"/>
              </a:rPr>
              <a:t>: trang quản trị (US-A01…A07)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Bắt buộc</a:t>
            </a:r>
            <a:r>
              <a:rPr b="0" sz="2000">
                <a:solidFill>
                  <a:srgbClr val="212529"/>
                </a:solidFill>
                <a:latin typeface="Arial"/>
              </a:rPr>
              <a:t>: màn hình quầy (US-S02, S03, S05, S06, S07)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Cơ bản</a:t>
            </a:r>
            <a:r>
              <a:rPr b="0" sz="2000">
                <a:solidFill>
                  <a:srgbClr val="212529"/>
                </a:solidFill>
                <a:latin typeface="Arial"/>
              </a:rPr>
              <a:t>: web đặt món cho khách (US-G01…G05, C01…C13)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Mỗi trang phải truy vết được tới một user story (CLO1)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Sắp xếp công việc (CLO4)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Chọn story web từ Product Backlog dùng chung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Ước lượng story point, đặt Sprint Goal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Board: Cần làm → Đang làm → Chờ review → Xong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Mỗi thẻ: người phụ trách + liên kết Pull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AGENTS.md cho Next.js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App Router, TypeScript, Tailwind CSS + shadcn/ui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Pages Router, không kết nối SQL Server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Gọi API tập trung ở lib/api.ts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Server Component mặc định, "use client" khi cần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Lỗi AI hay mắc với Next.js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Sinh mã Pages Router (getServerSideProps)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Dùng hook trong Server Component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Thêm "use client" tràn lan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hiểu thì không merge; ghi prompt vào PROMPTS.md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Có hướng dẫn</a:t>
            </a:r>
            <a:r>
              <a:rPr b="0" sz="2000">
                <a:solidFill>
                  <a:srgbClr val="212529"/>
                </a:solidFill>
                <a:latin typeface="Arial"/>
              </a:rPr>
              <a:t>: tạo lhu-food-web, 3 trang, repo, AGENTS.md, thử API mẫu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 hướng dẫn</a:t>
            </a:r>
            <a:r>
              <a:rPr b="0" sz="2000">
                <a:solidFill>
                  <a:srgbClr val="212529"/>
                </a:solidFill>
                <a:latin typeface="Arial"/>
              </a:rPr>
              <a:t>: Hồ sơ cá nhân 4 trang dùng chung layout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Nhóm</a:t>
            </a:r>
            <a:r>
              <a:rPr b="0" sz="2000">
                <a:solidFill>
                  <a:srgbClr val="212529"/>
                </a:solidFill>
                <a:latin typeface="Arial"/>
              </a:rPr>
              <a:t>: phạm vi web, kế hoạch Sprint 1, board, phân vai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Tổng kết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Next.js kết hợp render server và tương tác client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App Router: thư mục, page.tsx, layout.tsx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phạm vi trước khi code; lập kế hoạch trên board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Buổi sau: routing, layout và Tailwind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liệu của buổi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Đọc thêm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SRS LHU Food: mục 2.4 (mobile/web), 3 (actor), 4 (user story web)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 hoạch Agile &amp; Product Backlog: story point, MoSCoW, Definition of Done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Next.js Documentation: Installation, Server and Client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01: Ứng dụng web hiện đại với Next.js &amp; khởi động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