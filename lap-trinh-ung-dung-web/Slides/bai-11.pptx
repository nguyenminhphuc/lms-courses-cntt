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tiết lý thuyết, 4 tiết thực hành. CLO1, CLO3, CLO4. Liên hệ bộ phận hỗ trợ triển khai trước buổi.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Hẹn lịch góp ý bản nháp báo cáo trước Demo Day; nhắc nhóm kiểm tra server ít nhất một ngày trước buổi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web (111102)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11: Triển khai lên Windows Server của Khoa &amp; hoàn thiện báo cáo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web (111102)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Sprint 4 · Chất lượng &amp; Phát hành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Build production, chế độ standalone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Chạy trên Windows Server: dịch vụ, proxy, cookie, CORS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Viết báo cáo đồ án đúng quy định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Tổng kết kế hoạch và tiến độ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"Trên máy em chạy được mà thầy"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Demo Day: chạy trên server Khoa, mở từ máy bất kỳ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Báo cáo: từ thư mục ảnh thành 30–50 trang đúng quy định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Kiến trúc triển khai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kien-truc-trien-kh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8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next.config: output: 'standalone'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npm ci → npm run build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Chép public và .next/static vào .next/standalone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Chạy: node .next/standalone/server.js (PORT, HOSTNAME)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Chế độ standalone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stand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NEXT_PUBLIC_SOCKET_URL: đọc lúc build → đổi phải build lại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API_URL, SITE_URL, COOKIE_SECURE: đọc lúc chạy, chỉ server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PORT do bộ phận hỗ trợ cấp; HOSTNAME 0.0.0.0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commit giá trị bí mật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Biến môi trường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bien-moi-tru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Dịch vụ nền: tự chạy lại khi server khởi động lại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Reverse proxy, HTTPS, WebSocket qua proxy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Mở cổng firewall: gửi yêu cầu kèm số cổng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Nhóm tự cấu hình CORS của API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Làm việc với bộ phận hỗ trợ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Cookie Secure không lưu qua HTTP → bị đẩy về /login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COOKIE_SECURE=false chỉ là cấu hình tạm, ghi trong báo cáo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Sau proxy: serverActions.allowedOrigins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/api/health: web ok, api ok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Cookie Secure và Server Actions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/api/health từ máy khác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Cookie HttpOnly, Secure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App đặt món → quầy nhận realtime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Ảnh món hiển thị; khởi động lại server vẫn chạy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Playwright chạy với địa chỉ server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Danh sách kiểm tra sau triển khai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Yêu cầu: phiên bản Node.js, cổng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Biến môi trường (không ghi giá trị bí mật)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Build, chạy dịch vụ, cập nhật phiên bản, kiểm tra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Người khác đọc là làm lại được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Đổi README cho nhóm bên cạnh thử đọc và góp 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README triển khai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1–2: Giới thiệu, phân tích yêu cầu (CLO1)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3–4: Phân tích thiết kế thành phần, hiện thực (CLO1)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5: Kiểm thử (CLO2); 6: Triển khai (CLO1)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7: Kế hoạch và tiến độ (CLO4); cả báo cáo: CLO3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Báo cáo đồ án: 7 chương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11-bao-cao-7-chu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Không ghép nối bốn báo cáo sprint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Biên tập thành tài liệu liền mạch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hình, bảng có đoạn giải thích "cho thấy gì, vì sao"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Mã dài để phụ lục hoặc repo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Báo cáo sprint là nguyên liệu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Gõ tay số tiêu đề → Heading có đánh số, mục lục tự động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Hình không số → Insert Caption, Cross-reference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Ảnh mờ, cả màn hình → cắt đúng vùng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Thiếu trích dẫn IEEE; thiếu mục "Sử dụng AI"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Lỗi trình bày hay gặp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Bảng 4 sprint: cam kết, hoàn thành, chuyển sprint, nguyên nhân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Burndown bản phát hành: kế hoạch và thực tế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Phân công khớp báo cáo vai trò cá nhân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Ba bài học cụ thể, có số liệu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Kế hoạch và tiến độ (CLO4)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b="1" sz="2600"/>
              <a:t>Có hướng dẫn</a:t>
            </a:r>
            <a:r>
              <a:rPr sz="2600"/>
              <a:t>: triển khai web mẫu lên server mẫu, danh sách kiểm tra, README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Không hướng dẫn</a:t>
            </a:r>
            <a:r>
              <a:rPr sz="2600"/>
              <a:t>: Chương 6 "Triển khai" đúng định dạng</a:t>
            </a:r>
          </a:p>
          <a:p>
            <a:pPr>
              <a:spcBef>
                <a:spcPts val="400"/>
              </a:spcBef>
              <a:buChar char="❖"/>
            </a:pPr>
            <a:r>
              <a:rPr b="1" sz="2600"/>
              <a:t>Nhóm</a:t>
            </a:r>
            <a:r>
              <a:rPr sz="2600"/>
              <a:t>: web + backend trên server Khoa, bản nháp báo cáo đủ 7 chương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Biến lúc build khác biến lúc chạy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HTTPS, cookie Secure, CORS phải tính trước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Báo cáo có cấu trúc, có minh chứng, đúng định dạng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Buổi sau: Demo Day chung với học phần di động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Tổng kết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Bài 11: Triển khai lên Windows Server của Khoa &amp; hoàn thiện báo cáo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Next.js: Deploying, output standalone, Self-Hosting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Giáo trình di động: Chương 11 (triển khai backend lên server Khoa)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Trang Đánh giá học phần: quy định định dạng, cấu trúc báo cáo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