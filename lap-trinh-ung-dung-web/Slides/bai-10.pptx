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CLO2. Liên hệ học phần Kiểm thử phần mềm.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CSDL thử riêng cho E2E để không làm bẩn dữ liệu demo của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10: Kiểm thử ứng dụng web, hiệu năng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4 · Chất lượng &amp; Phát 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kiểm thử và ma trận truy vết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đơn vị, component, đầu-cuối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chứng test do AI sinh bằng đột biến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 và cải thiện hiệu năng, SEO,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Gần 50 test case chạy tay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Sửa một dòng → không ai chạy lại hết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viết test trong một phút: test đó kiểm tra được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Chọn mức kiểm thử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Đơn vị (Vitest): hàm, schema, store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Component (Testing Library): Client Component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Action: API giả, xử lý 400/409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Đầu-cuối (Playwright): luồng nghiệp vụ, Server Component async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Thủ công: âm báo, điện thoại, mất mạng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Ma trận truy vết (CLO2)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Story → tiêu chí nghiệm thu → test → mức → kết quả → lỗi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tiêu chí có ít nhất một test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Phần trung tâm của báo cáo kiểm thử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Nhóm lập ma trận cho 5 story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Cài Vitest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vitest.config.mts: tsconfigPaths, react, environment jsdom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"test": "vitest run"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npm install -D vitest @vitejs/plugin-react jsdom vite-tsconfig-paths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@testing-library/react @testing-library/dom @testing-library/user-event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đơn vị giỏ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Tên test theo tiêu chí nghiệm thu, bằng tiếng Việt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it('thêm cùng một món hai lần thì một dòng, số lượng 2', () =&gt;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useCart.getState().add(com);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useCart.getState().add(com);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expect(useCart.getState().items[0].quantity).toBe(2);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render(&lt;AddToCartButton product={...stock: 0} /&gt;)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getByRole('button', { name: 'Hết món' })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Nút bị vô hiệu, bấm không thêm vào giỏ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tìm được nút = lỗi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Server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vi.mock('server-only'), vi.mock('@/lib/session')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vi.stubGlobal('fetch', ...) trả 409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Mong đợi: "Có món đã hết hoặc không đủ số lượng"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Giỏ rỗng: bị từ chối, không gọi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Playwright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npm init playwright@latest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webServer: build + start, baseURL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Hai browser context: khách và nhân viên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HTML: minh chứng cho báo cáo kiểm thử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Kịch bản đặt món đầu-cuối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Khách: menu → thêm vào giỏ → checkout (ghi chú riêng) → đặt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Nhân viên: thấy đơn có ghi chú đó, không tải lại trang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Bấm "Bắt đầu làm" → "Đang chuẩn bị"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Tài khoản thử trong .env.test, CSDL thử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do AI sinh có giá trị không?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hay viết test "luôn đạt"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Đột biến: cố ý làm hỏng mã, chạy lại test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Bị bắt: test có giá trị; lọt: viết thêm test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bảng đột biến vào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Core Web Vitals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LCP ≤ 2,5 s: next/image, Server Component, cache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INP ≤ 200 ms: ít JavaScript ở client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CLS ≤ 0,1: ảnh có kích thước, khung chờ đúng cỡ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 trên bản production, lấy trung vị 3 lần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generateMetadata: tiêu đề theo tên món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app/sitemap.ts: chỉ trang công khai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đưa /admin vào sitemap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Ô nhập có label; lỗi gắn aria-describedby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được hoàn toàn bằng bàn phím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Tương phản ≥ 4,5:1; trạng thái không chỉ bằng màu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@axe-core/playwright + thử tay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Báo cáo kiểm thử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hoạch: phạm vi, mức, công cụ, môi trường,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Ma trận truy vết; kết quả; bảng đột biến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Lỗi và khắc phục (thẻ board, PR)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Lighthouse trước/sau → Chương 5 báo cáo đồ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Có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Vitest (giỏ, schema, nút, action), Playwright, 3 đột biến, Lighthouse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5 test có giá trị + 3 đột biến cho module tự chọn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bộ test luồng chính, báo cáo kiểm thử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Đúng mức kiểm thử cho đúng việc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test truy vết tới một tiêu chí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Đột biến để biết test có giá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triển khai server Khoa, hoàn thiện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tiêu chí nghiệm thu; mục 9 (phi chức năng)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Next.js: Setting up Vitest; Playwright: Getting started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Testing Library: Queries; web.dev: Web Vitals; W3C WCAG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10: Kiểm thử ứng dụng web, hiệu năng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