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tiết thực hành. Đánh giá cuối kỳ CLO1–CLO4. Công bố lịch ghép phần web và phần di động trước buổi.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Mời sinh viên trả lời câu hỏi diễn đàn nhìn lại học phần; ghi nhận góp ý cho lần dạy sau.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1463040" cy="73152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FFC627"/>
                </a:solidFill>
                <a:latin typeface="Arial"/>
              </a:rPr>
              <a:t>Lập trình ứng dụng web (111102)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1828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Bài 12: Demo Day chung &amp; nộp báo cáo đồ 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20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FFFFFF"/>
                </a:solidFill>
                <a:latin typeface="Arial"/>
              </a:rPr>
              <a:t>Sprint 4 · Đánh giá cuối kỳ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200">
                <a:solidFill>
                  <a:srgbClr val="FFFFFF"/>
                </a:solidFill>
                <a:latin typeface="Arial"/>
              </a:rPr>
              <a:t>Khoa Công nghệ Thông tin - Trường Đại học Lạc Hồng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Chương trình Demo 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Chung với học phần Lập trình ứng dụng di động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Phần web: 10 phút trình bày + 5 phút hỏi đáp mỗi nhóm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Bảo vệ kỹ thuật: người commit giải thích mã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Nộp sản phẩm, review chéo, nhìn lại học phần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12: Demo Day chung &amp; nộp báo cáo đồ 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Cấu trúc phần web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1 phút: phạm vi, địa chỉ web trên server Khoa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5 phút: demo theo kịch bản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3 phút: bảo vệ thiết kế (sơ đồ, ma trận, truy vết)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1 phút: kế hoạch so với thực tế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5 phút: hỏi đáp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12: Demo Day chung &amp; nộp báo cáo đồ 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Kịch bản demo xuyên suốt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Quản lý thêm món kèm ảnh → món hiện trên web và app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Khách đặt trên app → quầy web nhận ngay, có âm báo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Hai nhân viên: một người đổi trạng thái, máy kia và app cập nhật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Báo cáo doanh thu thay đổi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Lỗi: quá tồn kho (409), customer vào /admin (403)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12: Demo Day chung &amp; nộp báo cáo đồ 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Đối chiếu báo cáo với rubric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CLO1 (4 điểm): 1.1–1.8 nhóm, 1.9 cá nhân → Chương 2, 3, 6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CLO2 (2 điểm): 2.1–2.6 → Chương 5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CLO3 (2 điểm): 3.1–3.6 → cả báo cáo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CLO4 (2 điểm): 4.1–4.3 nhóm, 4.4–4.6 cá nhân → Chương 7, báo cáo cá nhân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12: Demo Day chung &amp; nộp báo cáo đồ 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Bảo vệ kỹ thuật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Server hay Client Component? Vì sao?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Token lưu ở đâu, hết hạn thì sao?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Vì sao không chỉ dùng proxy.ts?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revalidatePath ở đây làm gì? Test này bắt lỗi gì?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Đoạn này AI sinh? Bạn đã kiểm tra gì?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12: Demo Day chung &amp; nộp báo cáo đồ 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Sản phẩm nộp cuối kỳ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Báo cáo đồ án (Word, PDF), báo cáo kiểm thử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Link web trên server Khoa; repo web và backend; README triển khai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Link board, báo cáo sprint 1–3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Báo cáo vai trò cá nhân (nộp riêng)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12: Demo Day chung &amp; nộp báo cáo đồ 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Review chéo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Đánh giá nhóm được phân công theo rubric, tách 4 CLO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Mỗi điểm kèm một điểm mạnh và một đề xuất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Tính vào phần tham gia review ở điểm quá trình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12: Demo Day chung &amp; nộp báo cáo đồ 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Nhìn lại học phần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Phân tích thành phần trước khi code (CLO1)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Kiểm thử truy vết tới yêu cầu (CLO2)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Báo cáo đúng quy định, có minh chứng (CLO3)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Sắp xếp công việc theo sprint (CLO4)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Không hiểu thì không merge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12: Demo Day chung &amp; nộp báo cáo đồ 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