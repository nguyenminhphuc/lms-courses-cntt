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nhóm lưu file nguồn sơ đồ trong docs/ để dùng cho báo cáo.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web (111102)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02: Routing, layout &amp; giao diện với Tailwind CSS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1 · Nền tảng &amp; Giao diện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tích chức năng thành sitemap và route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Route lồng nhau, route group, route động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Layout quản trị và layout khách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Giao diện responsive với Tailwind CSS và shadcn/ui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Quản lý cần sidebar, sinh viên cần thực đơn gọn trên điện thoại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khu vực, hai bố cục, một ứng dụng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giao diện trước hay phân tích trang trước?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Từ chức năng đến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Xem thực đơn (US-G01) → /menu → mọi người → GET /products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Chi tiết món (US-G03) → /product/[id] → GET /products/:id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Quản lý món (US-A02) → /admin/products → admin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quầy (US-S02) → /admin/orders → staff, admin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Nhóm điền bảng ánh xạ cho 3 chức năng của đề tài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Cây thư mục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32257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app/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(shop)/layout.tsx           header khách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(shop)/menu/page.tsx        /menu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(shop)/product/[id]/page.tsx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admin/layout.tsx            sidebar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admin/products/page.tsx     /admin/products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not-found.tsx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Route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Thư mục trong ngoặc: (shop), (admin)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xuất hiện trong URL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Mỗi nhóm có layout riêng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Cẩn thận: hai nhóm không được trùng đường dẫn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Route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Từ Next.js 15, params là Promise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32257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default async function ProductPage(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{ params }: { params: Promise&lt;{ id: string }&gt; })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{ id } = await params;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product = mockProducts.find((p) =&gt; p.id === Number(id));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(!product) notFound();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return &lt;h1&gt;{product.name}&lt;/h1&gt;;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File đặc biệt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loading.tsx: giao diện chờ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error.tsx: giao diện lỗi (Client Component)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not-found.tsx: trang 404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Link: điều hướng không tải lại toàn trang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Layout quản trị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Sidebar ẩn trên điện thoại, hiện từ md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Layout không vẽ lại khi chuyển trang con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metadata: tiêu đề từng trang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Cây component: layout → trang → ProductCard, OrderTable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Tailwind CSS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Utility class trong JSX: p-4, text-xl, bg-blue-950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Mobile-first: sm:, md:, lg: áp dụng từ kích thước đó trở lên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grid-cols-1 md:grid-cols-3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đủ tên class, không ghép chuỗi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shadcn/ui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Mã component chép vào components/ui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Sửa theo nhận diện LHU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npx shadcn@latest init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npx shadcn@latest add button card table dialog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Từ Figma đến mã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Đưa AI: ảnh thiết kế, bảng route, AGENTS.md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Yêu cầu dùng shadcn/ui và class Tailwind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tra: màu, khoảng cách, responsive 3 kích thước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Loại bỏ thư viện UI lạ do AI tự thêm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Có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khung (shop) và admin, lưới món, route động, bảng ánh xạ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/counters và /counters/[id] responsive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sơ đồ chức năng, sitemap, bảng ánh xạ, khung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tích route trước khi code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Route group, route động, layout dùng chung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Tailwind mobile-first, shadcn/ui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lấy dữ liệu thật từ API, Checkpoint Sprint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5.1 (module), 5.14.2 (trang web), 8 (danh mục API)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Next.js: Layouts and Pages, Route Groups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Tailwind CSS: Responsive design; shadcn/ui cho Next.js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02: Routing, layout &amp; giao diện với Tailwind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