
<file path=[Content_Types].xml><?xml version="1.0" encoding="utf-8"?>
<Types xmlns="http://schemas.openxmlformats.org/package/2006/content-types">
  <Default Extension="fntdata" ContentType="application/x-fontdata"/>
  <Default Extension="gif" ContentType="image/gif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-closing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embedTrueTypeFonts="1" saveSubsetFonts="1" autoCompressPictures="0">
  <p:sldMasterIdLst>
    <p:sldMasterId id="2147483663" r:id="rId1"/>
  </p:sldMasterIdLst>
  <p:notesMasterIdLst>
    <p:notesMasterId r:id="rId6"/>
  </p:notesMasterIdLst>
  <p:sldIdLst>
    <p:sldId id="266" r:id="rId4"/>
    <p:sldId id="267" r:id="rId3"/>
    <p:sldId id="268" r:id="rId2"/>
    <p:sldId id="269" r:id="rId25"/>
    <p:sldId id="270" r:id="rId26"/>
    <p:sldId id="271" r:id="rId27"/>
    <p:sldId id="272" r:id="rId28"/>
    <p:sldId id="273" r:id="rId29"/>
    <p:sldId id="274" r:id="rId30"/>
    <p:sldId id="275" r:id="rId31"/>
    <p:sldId id="276" r:id="rId32"/>
    <p:sldId id="277" r:id="rId33"/>
    <p:sldId id="278" r:id="rId34"/>
    <p:sldId id="279" r:id="rId35"/>
    <p:sldId id="280" r:id="rId36"/>
    <p:sldId id="265" r:id="rId5"/>
  </p:sldIdLst>
  <p:sldSz cx="12192000" cy="6858000"/>
  <p:notesSz cx="6858000" cy="9144000"/>
  <p:embeddedFontLst>
    <p:embeddedFont>
      <p:font typeface="Quattrocento Sans" panose="020B0502050000020003" pitchFamily="34" charset="0"/>
      <p:regular r:id="rId7"/>
      <p:bold r:id="rId8"/>
      <p:italic r:id="rId9"/>
      <p:boldItalic r:id="rId10"/>
    </p:embeddedFont>
    <p:embeddedFont>
      <p:font typeface="Roboto" panose="02000000000000000000" pitchFamily="2" charset="0"/>
      <p:regular r:id="rId11"/>
      <p:bold r:id="rId12"/>
      <p:italic r:id="rId13"/>
      <p:boldItalic r:id="rId14"/>
    </p:embeddedFont>
    <p:embeddedFont>
      <p:font typeface="Roboto Black" panose="02000000000000000000" pitchFamily="2" charset="0"/>
      <p:bold r:id="rId15"/>
      <p:boldItalic r:id="rId16"/>
    </p:embeddedFont>
    <p:embeddedFont>
      <p:font typeface="Roboto Medium" panose="02000000000000000000" pitchFamily="2" charset="0"/>
      <p:regular r:id="rId17"/>
      <p:bold r:id="rId18"/>
      <p:italic r:id="rId19"/>
      <p:boldItalic r:id="rId20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pos="360">
          <p15:clr>
            <a:srgbClr val="A4A3A4"/>
          </p15:clr>
        </p15:guide>
        <p15:guide id="2" pos="7392">
          <p15:clr>
            <a:srgbClr val="A4A3A4"/>
          </p15:clr>
        </p15:guide>
        <p15:guide id="3" orient="horz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11" d="100"/>
          <a:sy n="111" d="100"/>
        </p:scale>
        <p:origin x="558" y="114"/>
      </p:cViewPr>
      <p:guideLst>
        <p:guide pos="360"/>
        <p:guide pos="7392"/>
        <p:guide orient="horz"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4.xml"/><Relationship Id="rId3" Type="http://schemas.openxmlformats.org/officeDocument/2006/relationships/slide" Target="slides/slide3.xml"/><Relationship Id="rId4" Type="http://schemas.openxmlformats.org/officeDocument/2006/relationships/slide" Target="slides/slide2.xml"/><Relationship Id="rId5" Type="http://schemas.openxmlformats.org/officeDocument/2006/relationships/slide" Target="slides/slide-closing.xml"/><Relationship Id="rId6" Type="http://schemas.openxmlformats.org/officeDocument/2006/relationships/notesMaster" Target="notesMasters/notesMaster1.xml"/><Relationship Id="rId7" Type="http://schemas.openxmlformats.org/officeDocument/2006/relationships/font" Target="fonts/font1.fntdata"/><Relationship Id="rId8" Type="http://schemas.openxmlformats.org/officeDocument/2006/relationships/font" Target="fonts/font2.fntdata"/><Relationship Id="rId9" Type="http://schemas.openxmlformats.org/officeDocument/2006/relationships/font" Target="fonts/font3.fntdata"/><Relationship Id="rId10" Type="http://schemas.openxmlformats.org/officeDocument/2006/relationships/font" Target="fonts/font4.fntdata"/><Relationship Id="rId11" Type="http://schemas.openxmlformats.org/officeDocument/2006/relationships/font" Target="fonts/font5.fntdata"/><Relationship Id="rId12" Type="http://schemas.openxmlformats.org/officeDocument/2006/relationships/font" Target="fonts/font6.fntdata"/><Relationship Id="rId13" Type="http://schemas.openxmlformats.org/officeDocument/2006/relationships/font" Target="fonts/font7.fntdata"/><Relationship Id="rId14" Type="http://schemas.openxmlformats.org/officeDocument/2006/relationships/font" Target="fonts/font8.fntdata"/><Relationship Id="rId15" Type="http://schemas.openxmlformats.org/officeDocument/2006/relationships/font" Target="fonts/font9.fntdata"/><Relationship Id="rId16" Type="http://schemas.openxmlformats.org/officeDocument/2006/relationships/font" Target="fonts/font10.fntdata"/><Relationship Id="rId17" Type="http://schemas.openxmlformats.org/officeDocument/2006/relationships/font" Target="fonts/font11.fntdata"/><Relationship Id="rId18" Type="http://schemas.openxmlformats.org/officeDocument/2006/relationships/font" Target="fonts/font12.fntdata"/><Relationship Id="rId19" Type="http://schemas.openxmlformats.org/officeDocument/2006/relationships/font" Target="fonts/font13.fntdata"/><Relationship Id="rId20" Type="http://schemas.openxmlformats.org/officeDocument/2006/relationships/font" Target="fonts/font14.fntdata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Relationship Id="rId25" Type="http://schemas.openxmlformats.org/officeDocument/2006/relationships/slide" Target="slides/slide5.xml"/><Relationship Id="rId26" Type="http://schemas.openxmlformats.org/officeDocument/2006/relationships/slide" Target="slides/slide6.xml"/><Relationship Id="rId27" Type="http://schemas.openxmlformats.org/officeDocument/2006/relationships/slide" Target="slides/slide7.xml"/><Relationship Id="rId28" Type="http://schemas.openxmlformats.org/officeDocument/2006/relationships/slide" Target="slides/slide8.xml"/><Relationship Id="rId29" Type="http://schemas.openxmlformats.org/officeDocument/2006/relationships/slide" Target="slides/slide9.xml"/><Relationship Id="rId30" Type="http://schemas.openxmlformats.org/officeDocument/2006/relationships/slide" Target="slides/slide10.xml"/><Relationship Id="rId31" Type="http://schemas.openxmlformats.org/officeDocument/2006/relationships/slide" Target="slides/slide11.xml"/><Relationship Id="rId32" Type="http://schemas.openxmlformats.org/officeDocument/2006/relationships/slide" Target="slides/slide12.xml"/><Relationship Id="rId33" Type="http://schemas.openxmlformats.org/officeDocument/2006/relationships/slide" Target="slides/slide13.xml"/><Relationship Id="rId34" Type="http://schemas.openxmlformats.org/officeDocument/2006/relationships/slide" Target="slides/slide14.xml"/><Relationship Id="rId35" Type="http://schemas.openxmlformats.org/officeDocument/2006/relationships/slide" Target="slides/slide15.xml"/><Relationship Id="rId36" Type="http://schemas.openxmlformats.org/officeDocument/2006/relationships/slide" Target="slides/slide1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-closing.xml"/></Relationship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1 tiết lý thuyết, 4 tiết thực hành. CLO1.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Nhắc nhóm lưu file nguồn sơ đồ trong docs/ để dùng cho báo cáo.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2" name="Google Shape;202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"/>
          <p:cNvSpPr txBox="1">
            <a:spLocks noGrp="1"/>
          </p:cNvSpPr>
          <p:nvPr>
            <p:ph type="ctrTitle"/>
          </p:nvPr>
        </p:nvSpPr>
        <p:spPr>
          <a:xfrm>
            <a:off x="1801368" y="1664208"/>
            <a:ext cx="8586300" cy="217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33CC"/>
              </a:buClr>
              <a:buSzPts val="6600"/>
              <a:buFont typeface="Roboto Black"/>
              <a:buNone/>
              <a:defRPr sz="6600" b="0">
                <a:latin typeface="Roboto Black"/>
                <a:ea typeface="Roboto Black"/>
                <a:cs typeface="Roboto Black"/>
                <a:sym typeface="Roboto Black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Roboto Black"/>
              <a:buNone/>
              <a:defRPr>
                <a:latin typeface="Roboto Black"/>
                <a:ea typeface="Roboto Black"/>
                <a:cs typeface="Roboto Black"/>
                <a:sym typeface="Roboto Black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Roboto Black"/>
              <a:buNone/>
              <a:defRPr>
                <a:latin typeface="Roboto Black"/>
                <a:ea typeface="Roboto Black"/>
                <a:cs typeface="Roboto Black"/>
                <a:sym typeface="Roboto Black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Roboto Black"/>
              <a:buNone/>
              <a:defRPr>
                <a:latin typeface="Roboto Black"/>
                <a:ea typeface="Roboto Black"/>
                <a:cs typeface="Roboto Black"/>
                <a:sym typeface="Roboto Black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Roboto Black"/>
              <a:buNone/>
              <a:defRPr>
                <a:latin typeface="Roboto Black"/>
                <a:ea typeface="Roboto Black"/>
                <a:cs typeface="Roboto Black"/>
                <a:sym typeface="Roboto Black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Roboto Black"/>
              <a:buNone/>
              <a:defRPr>
                <a:latin typeface="Roboto Black"/>
                <a:ea typeface="Roboto Black"/>
                <a:cs typeface="Roboto Black"/>
                <a:sym typeface="Roboto Black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Roboto Black"/>
              <a:buNone/>
              <a:defRPr>
                <a:latin typeface="Roboto Black"/>
                <a:ea typeface="Roboto Black"/>
                <a:cs typeface="Roboto Black"/>
                <a:sym typeface="Roboto Black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Roboto Black"/>
              <a:buNone/>
              <a:defRPr>
                <a:latin typeface="Roboto Black"/>
                <a:ea typeface="Roboto Black"/>
                <a:cs typeface="Roboto Black"/>
                <a:sym typeface="Roboto Black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Roboto Black"/>
              <a:buNone/>
              <a:defRPr>
                <a:latin typeface="Roboto Black"/>
                <a:ea typeface="Roboto Black"/>
                <a:cs typeface="Roboto Black"/>
                <a:sym typeface="Roboto Black"/>
              </a:defRPr>
            </a:lvl9pPr>
          </a:lstStyle>
          <a:p>
            <a:endParaRPr/>
          </a:p>
        </p:txBody>
      </p:sp>
      <p:sp>
        <p:nvSpPr>
          <p:cNvPr id="17" name="Google Shape;17;p2"/>
          <p:cNvSpPr txBox="1">
            <a:spLocks noGrp="1"/>
          </p:cNvSpPr>
          <p:nvPr>
            <p:ph type="subTitle" idx="1"/>
          </p:nvPr>
        </p:nvSpPr>
        <p:spPr>
          <a:xfrm>
            <a:off x="2487168" y="4142232"/>
            <a:ext cx="7223700" cy="6858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Roboto Medium"/>
              <a:buNone/>
              <a:defRPr sz="2800">
                <a:solidFill>
                  <a:schemeClr val="lt1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1pPr>
            <a:lvl2pPr lvl="1" algn="ctr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3"/>
          <p:cNvSpPr txBox="1">
            <a:spLocks noGrp="1"/>
          </p:cNvSpPr>
          <p:nvPr>
            <p:ph type="title"/>
          </p:nvPr>
        </p:nvSpPr>
        <p:spPr>
          <a:xfrm>
            <a:off x="1078992" y="1938528"/>
            <a:ext cx="7013400" cy="299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33CC"/>
              </a:buClr>
              <a:buSzPts val="5400"/>
              <a:buFont typeface="Quattrocento Sans"/>
              <a:buNone/>
              <a:defRPr sz="5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body" idx="1"/>
          </p:nvPr>
        </p:nvSpPr>
        <p:spPr>
          <a:xfrm>
            <a:off x="8613648" y="1938528"/>
            <a:ext cx="2688300" cy="2990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1pPr>
            <a:lvl2pPr marL="914400" lvl="1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1" name="Google Shape;21;p3"/>
          <p:cNvSpPr/>
          <p:nvPr/>
        </p:nvSpPr>
        <p:spPr>
          <a:xfrm>
            <a:off x="609084" y="2965074"/>
            <a:ext cx="128100" cy="9144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venir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" name="Google Shape;22;p3"/>
          <p:cNvSpPr/>
          <p:nvPr/>
        </p:nvSpPr>
        <p:spPr>
          <a:xfrm rot="5400000">
            <a:off x="7360671" y="3424440"/>
            <a:ext cx="2103000" cy="9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venir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" name="Google Shape;23;p3"/>
          <p:cNvSpPr txBox="1">
            <a:spLocks noGrp="1"/>
          </p:cNvSpPr>
          <p:nvPr>
            <p:ph type="sldNum" idx="12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>
            <a:lvl1pPr lvl="0">
              <a:buNone/>
              <a:defRPr sz="1300"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lvl="1">
              <a:buNone/>
              <a:defRPr sz="1300">
                <a:latin typeface="Quattrocento Sans"/>
                <a:ea typeface="Quattrocento Sans"/>
                <a:cs typeface="Quattrocento Sans"/>
                <a:sym typeface="Quattrocento Sans"/>
              </a:defRPr>
            </a:lvl2pPr>
            <a:lvl3pPr lvl="2">
              <a:buNone/>
              <a:defRPr sz="1300">
                <a:latin typeface="Quattrocento Sans"/>
                <a:ea typeface="Quattrocento Sans"/>
                <a:cs typeface="Quattrocento Sans"/>
                <a:sym typeface="Quattrocento Sans"/>
              </a:defRPr>
            </a:lvl3pPr>
            <a:lvl4pPr lvl="3">
              <a:buNone/>
              <a:defRPr sz="1300">
                <a:latin typeface="Quattrocento Sans"/>
                <a:ea typeface="Quattrocento Sans"/>
                <a:cs typeface="Quattrocento Sans"/>
                <a:sym typeface="Quattrocento Sans"/>
              </a:defRPr>
            </a:lvl4pPr>
            <a:lvl5pPr lvl="4">
              <a:buNone/>
              <a:defRPr sz="1300">
                <a:latin typeface="Quattrocento Sans"/>
                <a:ea typeface="Quattrocento Sans"/>
                <a:cs typeface="Quattrocento Sans"/>
                <a:sym typeface="Quattrocento Sans"/>
              </a:defRPr>
            </a:lvl5pPr>
            <a:lvl6pPr lvl="5">
              <a:buNone/>
              <a:defRPr sz="1300">
                <a:latin typeface="Quattrocento Sans"/>
                <a:ea typeface="Quattrocento Sans"/>
                <a:cs typeface="Quattrocento Sans"/>
                <a:sym typeface="Quattrocento Sans"/>
              </a:defRPr>
            </a:lvl6pPr>
            <a:lvl7pPr lvl="6">
              <a:buNone/>
              <a:defRPr sz="1300">
                <a:latin typeface="Quattrocento Sans"/>
                <a:ea typeface="Quattrocento Sans"/>
                <a:cs typeface="Quattrocento Sans"/>
                <a:sym typeface="Quattrocento Sans"/>
              </a:defRPr>
            </a:lvl7pPr>
            <a:lvl8pPr lvl="7">
              <a:buNone/>
              <a:defRPr sz="1300">
                <a:latin typeface="Quattrocento Sans"/>
                <a:ea typeface="Quattrocento Sans"/>
                <a:cs typeface="Quattrocento Sans"/>
                <a:sym typeface="Quattrocento Sans"/>
              </a:defRPr>
            </a:lvl8pPr>
            <a:lvl9pPr lvl="8">
              <a:buNone/>
              <a:defRPr sz="1300">
                <a:latin typeface="Quattrocento Sans"/>
                <a:ea typeface="Quattrocento Sans"/>
                <a:cs typeface="Quattrocento Sans"/>
                <a:sym typeface="Quattrocento Sa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4"/>
          <p:cNvSpPr/>
          <p:nvPr/>
        </p:nvSpPr>
        <p:spPr>
          <a:xfrm>
            <a:off x="1780130" y="95350"/>
            <a:ext cx="41700" cy="704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venir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" name="Google Shape;26;p4"/>
          <p:cNvSpPr txBox="1">
            <a:spLocks noGrp="1"/>
          </p:cNvSpPr>
          <p:nvPr>
            <p:ph type="title"/>
          </p:nvPr>
        </p:nvSpPr>
        <p:spPr>
          <a:xfrm>
            <a:off x="1780125" y="95350"/>
            <a:ext cx="10003200" cy="40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33CC"/>
              </a:buClr>
              <a:buSzPts val="3800"/>
              <a:buFont typeface="Quattrocento Sans"/>
              <a:buNone/>
              <a:defRPr sz="38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4"/>
          <p:cNvSpPr txBox="1">
            <a:spLocks noGrp="1"/>
          </p:cNvSpPr>
          <p:nvPr>
            <p:ph type="body" idx="1"/>
          </p:nvPr>
        </p:nvSpPr>
        <p:spPr>
          <a:xfrm>
            <a:off x="122350" y="1074775"/>
            <a:ext cx="11976000" cy="454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8" name="Google Shape;28;p4"/>
          <p:cNvSpPr txBox="1">
            <a:spLocks noGrp="1"/>
          </p:cNvSpPr>
          <p:nvPr>
            <p:ph type="sldNum" idx="12"/>
          </p:nvPr>
        </p:nvSpPr>
        <p:spPr>
          <a:xfrm>
            <a:off x="9298142" y="6365059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3600"/>
            </a:lvl1pPr>
            <a:lvl2pPr marL="0" lvl="1" indent="0" algn="r">
              <a:spcBef>
                <a:spcPts val="0"/>
              </a:spcBef>
              <a:buNone/>
              <a:defRPr sz="3600"/>
            </a:lvl2pPr>
            <a:lvl3pPr marL="0" lvl="2" indent="0" algn="r">
              <a:spcBef>
                <a:spcPts val="0"/>
              </a:spcBef>
              <a:buNone/>
              <a:defRPr sz="3600"/>
            </a:lvl3pPr>
            <a:lvl4pPr marL="0" lvl="3" indent="0" algn="r">
              <a:spcBef>
                <a:spcPts val="0"/>
              </a:spcBef>
              <a:buNone/>
              <a:defRPr sz="3600"/>
            </a:lvl4pPr>
            <a:lvl5pPr marL="0" lvl="4" indent="0" algn="r">
              <a:spcBef>
                <a:spcPts val="0"/>
              </a:spcBef>
              <a:buNone/>
              <a:defRPr sz="3600"/>
            </a:lvl5pPr>
            <a:lvl6pPr marL="0" lvl="5" indent="0" algn="r">
              <a:spcBef>
                <a:spcPts val="0"/>
              </a:spcBef>
              <a:buNone/>
              <a:defRPr sz="3600"/>
            </a:lvl6pPr>
            <a:lvl7pPr marL="0" lvl="6" indent="0" algn="r">
              <a:spcBef>
                <a:spcPts val="0"/>
              </a:spcBef>
              <a:buNone/>
              <a:defRPr sz="3600"/>
            </a:lvl7pPr>
            <a:lvl8pPr marL="0" lvl="7" indent="0" algn="r">
              <a:spcBef>
                <a:spcPts val="0"/>
              </a:spcBef>
              <a:buNone/>
              <a:defRPr sz="3600"/>
            </a:lvl8pPr>
            <a:lvl9pPr marL="0" lvl="8" indent="0" algn="r">
              <a:spcBef>
                <a:spcPts val="0"/>
              </a:spcBef>
              <a:buNone/>
              <a:defRPr sz="3600"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9" name="Google Shape;29;p4"/>
          <p:cNvSpPr txBox="1">
            <a:spLocks noGrp="1"/>
          </p:cNvSpPr>
          <p:nvPr>
            <p:ph type="title" idx="2"/>
          </p:nvPr>
        </p:nvSpPr>
        <p:spPr>
          <a:xfrm>
            <a:off x="2305500" y="498850"/>
            <a:ext cx="8193900" cy="40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9900"/>
              </a:buClr>
              <a:buSzPts val="2300"/>
              <a:buFont typeface="Quattrocento Sans"/>
              <a:buNone/>
              <a:defRPr sz="2300">
                <a:solidFill>
                  <a:srgbClr val="FF9900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00"/>
              <a:buNone/>
              <a:defRPr sz="300"/>
            </a:lvl2pPr>
            <a:lvl3pPr lvl="2" rtl="0">
              <a:spcBef>
                <a:spcPts val="0"/>
              </a:spcBef>
              <a:spcAft>
                <a:spcPts val="0"/>
              </a:spcAft>
              <a:buSzPts val="100"/>
              <a:buNone/>
              <a:defRPr sz="300"/>
            </a:lvl3pPr>
            <a:lvl4pPr lvl="3" rtl="0">
              <a:spcBef>
                <a:spcPts val="0"/>
              </a:spcBef>
              <a:spcAft>
                <a:spcPts val="0"/>
              </a:spcAft>
              <a:buSzPts val="100"/>
              <a:buNone/>
              <a:defRPr sz="300"/>
            </a:lvl4pPr>
            <a:lvl5pPr lvl="4" rtl="0">
              <a:spcBef>
                <a:spcPts val="0"/>
              </a:spcBef>
              <a:spcAft>
                <a:spcPts val="0"/>
              </a:spcAft>
              <a:buSzPts val="100"/>
              <a:buNone/>
              <a:defRPr sz="300"/>
            </a:lvl5pPr>
            <a:lvl6pPr lvl="5" rtl="0">
              <a:spcBef>
                <a:spcPts val="0"/>
              </a:spcBef>
              <a:spcAft>
                <a:spcPts val="0"/>
              </a:spcAft>
              <a:buSzPts val="100"/>
              <a:buNone/>
              <a:defRPr sz="300"/>
            </a:lvl6pPr>
            <a:lvl7pPr lvl="6" rtl="0">
              <a:spcBef>
                <a:spcPts val="0"/>
              </a:spcBef>
              <a:spcAft>
                <a:spcPts val="0"/>
              </a:spcAft>
              <a:buSzPts val="100"/>
              <a:buNone/>
              <a:defRPr sz="300"/>
            </a:lvl7pPr>
            <a:lvl8pPr lvl="7" rtl="0">
              <a:spcBef>
                <a:spcPts val="0"/>
              </a:spcBef>
              <a:spcAft>
                <a:spcPts val="0"/>
              </a:spcAft>
              <a:buSzPts val="100"/>
              <a:buNone/>
              <a:defRPr sz="300"/>
            </a:lvl8pPr>
            <a:lvl9pPr lvl="8" rtl="0">
              <a:spcBef>
                <a:spcPts val="0"/>
              </a:spcBef>
              <a:spcAft>
                <a:spcPts val="0"/>
              </a:spcAft>
              <a:buSzPts val="100"/>
              <a:buNone/>
              <a:defRPr sz="300"/>
            </a:lvl9pPr>
          </a:lstStyle>
          <a:p>
            <a:endParaRPr/>
          </a:p>
        </p:txBody>
      </p:sp>
      <p:sp>
        <p:nvSpPr>
          <p:cNvPr id="30" name="Google Shape;30;p4"/>
          <p:cNvSpPr/>
          <p:nvPr/>
        </p:nvSpPr>
        <p:spPr>
          <a:xfrm>
            <a:off x="1921650" y="585375"/>
            <a:ext cx="417300" cy="214200"/>
          </a:xfrm>
          <a:prstGeom prst="homePlate">
            <a:avLst>
              <a:gd name="adj" fmla="val 60423"/>
            </a:avLst>
          </a:prstGeom>
          <a:solidFill>
            <a:srgbClr val="0033C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 with 4 pictures">
  <p:cSld name="Title and Content with 4 pictures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5"/>
          <p:cNvSpPr/>
          <p:nvPr/>
        </p:nvSpPr>
        <p:spPr>
          <a:xfrm>
            <a:off x="7324344" y="630936"/>
            <a:ext cx="4517100" cy="5496000"/>
          </a:xfrm>
          <a:prstGeom prst="rect">
            <a:avLst/>
          </a:prstGeom>
          <a:blipFill rotWithShape="1">
            <a:blip r:embed="rId2">
              <a:alphaModFix/>
            </a:blip>
            <a:stretch>
              <a:fillRect/>
            </a:stretch>
          </a:blipFill>
          <a:ln w="9525" cap="flat" cmpd="sng">
            <a:solidFill>
              <a:srgbClr val="E8E8E8"/>
            </a:solidFill>
            <a:prstDash val="solid"/>
            <a:miter lim="800000"/>
            <a:headEnd type="none" w="sm" len="sm"/>
            <a:tailEnd type="none" w="sm" len="sm"/>
          </a:ln>
          <a:effectLst>
            <a:outerShdw blurRad="50800" dist="38100" dir="2700000" algn="tl" rotWithShape="0">
              <a:srgbClr val="D8D8D8">
                <a:alpha val="29804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venir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" name="Google Shape;33;p5"/>
          <p:cNvSpPr txBox="1">
            <a:spLocks noGrp="1"/>
          </p:cNvSpPr>
          <p:nvPr>
            <p:ph type="title"/>
          </p:nvPr>
        </p:nvSpPr>
        <p:spPr>
          <a:xfrm>
            <a:off x="7772400" y="978408"/>
            <a:ext cx="3721500" cy="110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33CC"/>
              </a:buClr>
              <a:buSzPts val="2800"/>
              <a:buFont typeface="Quattrocento Sans"/>
              <a:buNone/>
              <a:defRPr sz="28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5"/>
          <p:cNvSpPr>
            <a:spLocks noGrp="1"/>
          </p:cNvSpPr>
          <p:nvPr>
            <p:ph type="pic" idx="2"/>
          </p:nvPr>
        </p:nvSpPr>
        <p:spPr>
          <a:xfrm>
            <a:off x="895522" y="859155"/>
            <a:ext cx="6016800" cy="4910400"/>
          </a:xfrm>
          <a:prstGeom prst="rect">
            <a:avLst/>
          </a:prstGeom>
          <a:noFill/>
          <a:ln>
            <a:noFill/>
          </a:ln>
        </p:spPr>
      </p:sp>
      <p:sp>
        <p:nvSpPr>
          <p:cNvPr id="35" name="Google Shape;35;p5"/>
          <p:cNvSpPr/>
          <p:nvPr/>
        </p:nvSpPr>
        <p:spPr>
          <a:xfrm>
            <a:off x="7260336" y="1179576"/>
            <a:ext cx="128100" cy="704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venir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" name="Google Shape;36;p5"/>
          <p:cNvSpPr txBox="1">
            <a:spLocks noGrp="1"/>
          </p:cNvSpPr>
          <p:nvPr>
            <p:ph type="sldNum" idx="12"/>
          </p:nvPr>
        </p:nvSpPr>
        <p:spPr>
          <a:xfrm>
            <a:off x="8540496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7" name="Google Shape;37;p5"/>
          <p:cNvSpPr/>
          <p:nvPr/>
        </p:nvSpPr>
        <p:spPr>
          <a:xfrm>
            <a:off x="7792216" y="2185416"/>
            <a:ext cx="3683100" cy="9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venir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" name="Google Shape;38;p5"/>
          <p:cNvSpPr txBox="1">
            <a:spLocks noGrp="1"/>
          </p:cNvSpPr>
          <p:nvPr>
            <p:ph type="body" idx="1"/>
          </p:nvPr>
        </p:nvSpPr>
        <p:spPr>
          <a:xfrm>
            <a:off x="7772400" y="3099816"/>
            <a:ext cx="3721200" cy="44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9" name="Google Shape;39;p5"/>
          <p:cNvSpPr txBox="1">
            <a:spLocks noGrp="1"/>
          </p:cNvSpPr>
          <p:nvPr>
            <p:ph type="body" idx="3"/>
          </p:nvPr>
        </p:nvSpPr>
        <p:spPr>
          <a:xfrm>
            <a:off x="7772400" y="4215384"/>
            <a:ext cx="3721200" cy="44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0" name="Google Shape;40;p5"/>
          <p:cNvSpPr txBox="1">
            <a:spLocks noGrp="1"/>
          </p:cNvSpPr>
          <p:nvPr>
            <p:ph type="body" idx="4"/>
          </p:nvPr>
        </p:nvSpPr>
        <p:spPr>
          <a:xfrm>
            <a:off x="7772400" y="5321808"/>
            <a:ext cx="3721200" cy="44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1" name="Google Shape;41;p5"/>
          <p:cNvSpPr>
            <a:spLocks noGrp="1"/>
          </p:cNvSpPr>
          <p:nvPr>
            <p:ph type="pic" idx="5"/>
          </p:nvPr>
        </p:nvSpPr>
        <p:spPr>
          <a:xfrm>
            <a:off x="7772400" y="2532888"/>
            <a:ext cx="457200" cy="457200"/>
          </a:xfrm>
          <a:prstGeom prst="rect">
            <a:avLst/>
          </a:prstGeom>
          <a:noFill/>
          <a:ln>
            <a:noFill/>
          </a:ln>
        </p:spPr>
      </p:sp>
      <p:sp>
        <p:nvSpPr>
          <p:cNvPr id="42" name="Google Shape;42;p5"/>
          <p:cNvSpPr>
            <a:spLocks noGrp="1"/>
          </p:cNvSpPr>
          <p:nvPr>
            <p:ph type="pic" idx="6"/>
          </p:nvPr>
        </p:nvSpPr>
        <p:spPr>
          <a:xfrm>
            <a:off x="7772400" y="3630168"/>
            <a:ext cx="457200" cy="457200"/>
          </a:xfrm>
          <a:prstGeom prst="rect">
            <a:avLst/>
          </a:prstGeom>
          <a:noFill/>
          <a:ln>
            <a:noFill/>
          </a:ln>
        </p:spPr>
      </p:sp>
      <p:sp>
        <p:nvSpPr>
          <p:cNvPr id="43" name="Google Shape;43;p5"/>
          <p:cNvSpPr>
            <a:spLocks noGrp="1"/>
          </p:cNvSpPr>
          <p:nvPr>
            <p:ph type="pic" idx="7"/>
          </p:nvPr>
        </p:nvSpPr>
        <p:spPr>
          <a:xfrm>
            <a:off x="7772400" y="4754880"/>
            <a:ext cx="457200" cy="4572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 with pictures">
  <p:cSld name="Title and Content with pictures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6"/>
          <p:cNvSpPr txBox="1">
            <a:spLocks noGrp="1"/>
          </p:cNvSpPr>
          <p:nvPr>
            <p:ph type="title"/>
          </p:nvPr>
        </p:nvSpPr>
        <p:spPr>
          <a:xfrm>
            <a:off x="5084064" y="889393"/>
            <a:ext cx="6272700" cy="153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33CC"/>
              </a:buClr>
              <a:buSzPts val="5200"/>
              <a:buFont typeface="Quattrocento Sans"/>
              <a:buNone/>
              <a:defRPr sz="5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6" name="Google Shape;46;p6"/>
          <p:cNvSpPr txBox="1">
            <a:spLocks noGrp="1"/>
          </p:cNvSpPr>
          <p:nvPr>
            <p:ph type="body" idx="1"/>
          </p:nvPr>
        </p:nvSpPr>
        <p:spPr>
          <a:xfrm>
            <a:off x="5102352" y="2727631"/>
            <a:ext cx="6272700" cy="300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marL="914400" lvl="1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7" name="Google Shape;47;p6"/>
          <p:cNvSpPr txBox="1">
            <a:spLocks noGrp="1"/>
          </p:cNvSpPr>
          <p:nvPr>
            <p:ph type="sldNum" idx="12"/>
          </p:nvPr>
        </p:nvSpPr>
        <p:spPr>
          <a:xfrm>
            <a:off x="8540496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8" name="Google Shape;48;p6"/>
          <p:cNvSpPr/>
          <p:nvPr/>
        </p:nvSpPr>
        <p:spPr>
          <a:xfrm rot="5400000">
            <a:off x="5317906" y="363383"/>
            <a:ext cx="73200" cy="548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venir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" name="Google Shape;49;p6"/>
          <p:cNvSpPr/>
          <p:nvPr/>
        </p:nvSpPr>
        <p:spPr>
          <a:xfrm>
            <a:off x="5065776" y="2553749"/>
            <a:ext cx="6291000" cy="456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venir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" name="Google Shape;50;p6"/>
          <p:cNvSpPr>
            <a:spLocks noGrp="1"/>
          </p:cNvSpPr>
          <p:nvPr>
            <p:ph type="pic" idx="2"/>
          </p:nvPr>
        </p:nvSpPr>
        <p:spPr>
          <a:xfrm>
            <a:off x="457200" y="895738"/>
            <a:ext cx="4050900" cy="48348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 with 2 pictures">
  <p:cSld name="Title and Content with 2 pictures"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7"/>
          <p:cNvSpPr txBox="1">
            <a:spLocks noGrp="1"/>
          </p:cNvSpPr>
          <p:nvPr>
            <p:ph type="title"/>
          </p:nvPr>
        </p:nvSpPr>
        <p:spPr>
          <a:xfrm>
            <a:off x="612648" y="1074888"/>
            <a:ext cx="6272700" cy="153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33CC"/>
              </a:buClr>
              <a:buSzPts val="5200"/>
              <a:buFont typeface="Quattrocento Sans"/>
              <a:buNone/>
              <a:defRPr sz="5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7"/>
          <p:cNvSpPr txBox="1">
            <a:spLocks noGrp="1"/>
          </p:cNvSpPr>
          <p:nvPr>
            <p:ph type="body" idx="1"/>
          </p:nvPr>
        </p:nvSpPr>
        <p:spPr>
          <a:xfrm>
            <a:off x="612648" y="3009498"/>
            <a:ext cx="6272700" cy="27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marL="914400" lvl="1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4" name="Google Shape;54;p7"/>
          <p:cNvSpPr txBox="1">
            <a:spLocks noGrp="1"/>
          </p:cNvSpPr>
          <p:nvPr>
            <p:ph type="sldNum" idx="12"/>
          </p:nvPr>
        </p:nvSpPr>
        <p:spPr>
          <a:xfrm>
            <a:off x="5605272" y="6356350"/>
            <a:ext cx="12801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55" name="Google Shape;55;p7"/>
          <p:cNvSpPr/>
          <p:nvPr/>
        </p:nvSpPr>
        <p:spPr>
          <a:xfrm rot="5400000">
            <a:off x="850338" y="629660"/>
            <a:ext cx="73200" cy="548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venir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" name="Google Shape;56;p7"/>
          <p:cNvSpPr>
            <a:spLocks noGrp="1"/>
          </p:cNvSpPr>
          <p:nvPr>
            <p:ph type="pic" idx="2"/>
          </p:nvPr>
        </p:nvSpPr>
        <p:spPr>
          <a:xfrm>
            <a:off x="7684008" y="3204504"/>
            <a:ext cx="4508100" cy="2505600"/>
          </a:xfrm>
          <a:prstGeom prst="rect">
            <a:avLst/>
          </a:prstGeom>
          <a:noFill/>
          <a:ln>
            <a:noFill/>
          </a:ln>
        </p:spPr>
      </p:sp>
      <p:sp>
        <p:nvSpPr>
          <p:cNvPr id="57" name="Google Shape;57;p7"/>
          <p:cNvSpPr>
            <a:spLocks noGrp="1"/>
          </p:cNvSpPr>
          <p:nvPr>
            <p:ph type="pic" idx="3"/>
          </p:nvPr>
        </p:nvSpPr>
        <p:spPr>
          <a:xfrm>
            <a:off x="7680960" y="1074888"/>
            <a:ext cx="4508100" cy="1854900"/>
          </a:xfrm>
          <a:prstGeom prst="rect">
            <a:avLst/>
          </a:prstGeom>
          <a:noFill/>
          <a:ln>
            <a:noFill/>
          </a:ln>
        </p:spPr>
      </p:sp>
      <p:sp>
        <p:nvSpPr>
          <p:cNvPr id="58" name="Google Shape;58;p7"/>
          <p:cNvSpPr/>
          <p:nvPr/>
        </p:nvSpPr>
        <p:spPr>
          <a:xfrm>
            <a:off x="612648" y="2801145"/>
            <a:ext cx="6217800" cy="183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venir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">
  <p:cSld name="Quote"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8"/>
          <p:cNvSpPr txBox="1">
            <a:spLocks noGrp="1"/>
          </p:cNvSpPr>
          <p:nvPr>
            <p:ph type="title"/>
          </p:nvPr>
        </p:nvSpPr>
        <p:spPr>
          <a:xfrm>
            <a:off x="557784" y="640080"/>
            <a:ext cx="108906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33CC"/>
              </a:buClr>
              <a:buSzPts val="4800"/>
              <a:buFont typeface="Quattrocento Sans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1" name="Google Shape;61;p8"/>
          <p:cNvSpPr/>
          <p:nvPr/>
        </p:nvSpPr>
        <p:spPr>
          <a:xfrm>
            <a:off x="498834" y="5118581"/>
            <a:ext cx="146400" cy="548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venir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2;p8"/>
          <p:cNvSpPr txBox="1">
            <a:spLocks noGrp="1"/>
          </p:cNvSpPr>
          <p:nvPr>
            <p:ph type="body" idx="1"/>
          </p:nvPr>
        </p:nvSpPr>
        <p:spPr>
          <a:xfrm>
            <a:off x="841248" y="5102352"/>
            <a:ext cx="9207900" cy="585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1pPr>
            <a:lvl2pPr marL="914400" lvl="1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63" name="Google Shape;63;p8"/>
          <p:cNvSpPr txBox="1">
            <a:spLocks noGrp="1"/>
          </p:cNvSpPr>
          <p:nvPr>
            <p:ph type="sldNum" idx="12"/>
          </p:nvPr>
        </p:nvSpPr>
        <p:spPr>
          <a:xfrm>
            <a:off x="8540496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eam">
  <p:cSld name="Team"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9"/>
          <p:cNvSpPr>
            <a:spLocks noGrp="1"/>
          </p:cNvSpPr>
          <p:nvPr>
            <p:ph type="pic" idx="2"/>
          </p:nvPr>
        </p:nvSpPr>
        <p:spPr>
          <a:xfrm>
            <a:off x="5422392" y="2798064"/>
            <a:ext cx="1463100" cy="1481400"/>
          </a:xfrm>
          <a:prstGeom prst="rect">
            <a:avLst/>
          </a:prstGeom>
          <a:noFill/>
          <a:ln>
            <a:noFill/>
          </a:ln>
        </p:spPr>
      </p:sp>
      <p:sp>
        <p:nvSpPr>
          <p:cNvPr id="66" name="Google Shape;66;p9"/>
          <p:cNvSpPr>
            <a:spLocks noGrp="1"/>
          </p:cNvSpPr>
          <p:nvPr>
            <p:ph type="pic" idx="3"/>
          </p:nvPr>
        </p:nvSpPr>
        <p:spPr>
          <a:xfrm>
            <a:off x="576072" y="2798064"/>
            <a:ext cx="1463100" cy="1481400"/>
          </a:xfrm>
          <a:prstGeom prst="rect">
            <a:avLst/>
          </a:prstGeom>
          <a:noFill/>
          <a:ln>
            <a:noFill/>
          </a:ln>
        </p:spPr>
      </p:sp>
      <p:sp>
        <p:nvSpPr>
          <p:cNvPr id="67" name="Google Shape;67;p9"/>
          <p:cNvSpPr>
            <a:spLocks noGrp="1"/>
          </p:cNvSpPr>
          <p:nvPr>
            <p:ph type="pic" idx="4"/>
          </p:nvPr>
        </p:nvSpPr>
        <p:spPr>
          <a:xfrm>
            <a:off x="7845552" y="2798064"/>
            <a:ext cx="1463100" cy="1481400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9"/>
          <p:cNvSpPr/>
          <p:nvPr/>
        </p:nvSpPr>
        <p:spPr>
          <a:xfrm>
            <a:off x="1540857" y="876618"/>
            <a:ext cx="128100" cy="704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venir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" name="Google Shape;69;p9"/>
          <p:cNvSpPr txBox="1">
            <a:spLocks noGrp="1"/>
          </p:cNvSpPr>
          <p:nvPr>
            <p:ph type="title"/>
          </p:nvPr>
        </p:nvSpPr>
        <p:spPr>
          <a:xfrm>
            <a:off x="1732881" y="721106"/>
            <a:ext cx="9100200" cy="117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33CC"/>
              </a:buClr>
              <a:buSzPts val="4000"/>
              <a:buFont typeface="Quattrocento Sans"/>
              <a:buNone/>
              <a:defRPr sz="4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9"/>
          <p:cNvSpPr>
            <a:spLocks noGrp="1"/>
          </p:cNvSpPr>
          <p:nvPr>
            <p:ph type="pic" idx="5"/>
          </p:nvPr>
        </p:nvSpPr>
        <p:spPr>
          <a:xfrm>
            <a:off x="2999232" y="2798064"/>
            <a:ext cx="1463100" cy="1481400"/>
          </a:xfrm>
          <a:prstGeom prst="rect">
            <a:avLst/>
          </a:prstGeom>
          <a:noFill/>
          <a:ln>
            <a:noFill/>
          </a:ln>
        </p:spPr>
      </p:sp>
      <p:sp>
        <p:nvSpPr>
          <p:cNvPr id="71" name="Google Shape;71;p9"/>
          <p:cNvSpPr>
            <a:spLocks noGrp="1"/>
          </p:cNvSpPr>
          <p:nvPr>
            <p:ph type="pic" idx="6"/>
          </p:nvPr>
        </p:nvSpPr>
        <p:spPr>
          <a:xfrm>
            <a:off x="10268712" y="2798064"/>
            <a:ext cx="1463100" cy="1481400"/>
          </a:xfrm>
          <a:prstGeom prst="rect">
            <a:avLst/>
          </a:prstGeom>
          <a:noFill/>
          <a:ln>
            <a:noFill/>
          </a:ln>
        </p:spPr>
      </p:sp>
      <p:sp>
        <p:nvSpPr>
          <p:cNvPr id="72" name="Google Shape;72;p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73" name="Google Shape;73;p9"/>
          <p:cNvSpPr txBox="1">
            <a:spLocks noGrp="1"/>
          </p:cNvSpPr>
          <p:nvPr>
            <p:ph type="body" idx="1"/>
          </p:nvPr>
        </p:nvSpPr>
        <p:spPr>
          <a:xfrm>
            <a:off x="5431536" y="4489704"/>
            <a:ext cx="1462200" cy="64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1pPr>
            <a:lvl2pPr marL="914400" lvl="1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2pPr>
            <a:lvl3pPr marL="1371600" lvl="2" indent="-355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55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4" name="Google Shape;74;p9"/>
          <p:cNvSpPr txBox="1">
            <a:spLocks noGrp="1"/>
          </p:cNvSpPr>
          <p:nvPr>
            <p:ph type="body" idx="7"/>
          </p:nvPr>
        </p:nvSpPr>
        <p:spPr>
          <a:xfrm>
            <a:off x="7845552" y="4489704"/>
            <a:ext cx="1462200" cy="64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1pPr>
            <a:lvl2pPr marL="914400" lvl="1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2pPr>
            <a:lvl3pPr marL="1371600" lvl="2" indent="-355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55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5" name="Google Shape;75;p9"/>
          <p:cNvSpPr txBox="1">
            <a:spLocks noGrp="1"/>
          </p:cNvSpPr>
          <p:nvPr>
            <p:ph type="body" idx="8"/>
          </p:nvPr>
        </p:nvSpPr>
        <p:spPr>
          <a:xfrm>
            <a:off x="10268712" y="4489704"/>
            <a:ext cx="1462200" cy="64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1pPr>
            <a:lvl2pPr marL="914400" lvl="1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2pPr>
            <a:lvl3pPr marL="1371600" lvl="2" indent="-355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55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6" name="Google Shape;76;p9"/>
          <p:cNvSpPr txBox="1">
            <a:spLocks noGrp="1"/>
          </p:cNvSpPr>
          <p:nvPr>
            <p:ph type="body" idx="9"/>
          </p:nvPr>
        </p:nvSpPr>
        <p:spPr>
          <a:xfrm>
            <a:off x="594360" y="4489704"/>
            <a:ext cx="1462200" cy="64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1pPr>
            <a:lvl2pPr marL="914400" lvl="1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2pPr>
            <a:lvl3pPr marL="1371600" lvl="2" indent="-355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55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9"/>
          <p:cNvSpPr txBox="1">
            <a:spLocks noGrp="1"/>
          </p:cNvSpPr>
          <p:nvPr>
            <p:ph type="body" idx="13"/>
          </p:nvPr>
        </p:nvSpPr>
        <p:spPr>
          <a:xfrm>
            <a:off x="3008376" y="4489704"/>
            <a:ext cx="1462200" cy="64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1pPr>
            <a:lvl2pPr marL="914400" lvl="1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2pPr>
            <a:lvl3pPr marL="1371600" lvl="2" indent="-355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55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0"/>
          <p:cNvSpPr/>
          <p:nvPr/>
        </p:nvSpPr>
        <p:spPr>
          <a:xfrm>
            <a:off x="1512865" y="786384"/>
            <a:ext cx="128100" cy="704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venir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0;p10"/>
          <p:cNvSpPr txBox="1">
            <a:spLocks noGrp="1"/>
          </p:cNvSpPr>
          <p:nvPr>
            <p:ph type="title"/>
          </p:nvPr>
        </p:nvSpPr>
        <p:spPr>
          <a:xfrm>
            <a:off x="1640881" y="503825"/>
            <a:ext cx="9258900" cy="117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33CC"/>
              </a:buClr>
              <a:buSzPts val="4000"/>
              <a:buFont typeface="Quattrocento Sans"/>
              <a:buNone/>
              <a:defRPr sz="4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1" name="Google Shape;81;p10"/>
          <p:cNvSpPr txBox="1">
            <a:spLocks noGrp="1"/>
          </p:cNvSpPr>
          <p:nvPr>
            <p:ph type="body" idx="1"/>
          </p:nvPr>
        </p:nvSpPr>
        <p:spPr>
          <a:xfrm>
            <a:off x="466343" y="2270703"/>
            <a:ext cx="5505300" cy="8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 cap="none"/>
            </a:lvl1pPr>
            <a:lvl2pPr marL="914400" lvl="1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82" name="Google Shape;82;p10"/>
          <p:cNvSpPr txBox="1">
            <a:spLocks noGrp="1"/>
          </p:cNvSpPr>
          <p:nvPr>
            <p:ph type="body" idx="2"/>
          </p:nvPr>
        </p:nvSpPr>
        <p:spPr>
          <a:xfrm>
            <a:off x="466344" y="3103104"/>
            <a:ext cx="5505300" cy="296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1pPr>
            <a:lvl2pPr marL="914400" lvl="1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2pPr>
            <a:lvl3pPr marL="1371600" lvl="2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4pPr>
            <a:lvl5pPr marL="2286000" lvl="4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3" name="Google Shape;83;p10"/>
          <p:cNvSpPr txBox="1">
            <a:spLocks noGrp="1"/>
          </p:cNvSpPr>
          <p:nvPr>
            <p:ph type="body" idx="3"/>
          </p:nvPr>
        </p:nvSpPr>
        <p:spPr>
          <a:xfrm>
            <a:off x="6220409" y="2256140"/>
            <a:ext cx="5505300" cy="8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 cap="none"/>
            </a:lvl1pPr>
            <a:lvl2pPr marL="914400" lvl="1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84" name="Google Shape;84;p10"/>
          <p:cNvSpPr txBox="1">
            <a:spLocks noGrp="1"/>
          </p:cNvSpPr>
          <p:nvPr>
            <p:ph type="body" idx="4"/>
          </p:nvPr>
        </p:nvSpPr>
        <p:spPr>
          <a:xfrm>
            <a:off x="6220409" y="3103104"/>
            <a:ext cx="5505300" cy="296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1pPr>
            <a:lvl2pPr marL="914400" lvl="1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2pPr>
            <a:lvl3pPr marL="1371600" lvl="2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4pPr>
            <a:lvl5pPr marL="2286000" lvl="4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5" name="Google Shape;85;p10"/>
          <p:cNvSpPr txBox="1">
            <a:spLocks noGrp="1"/>
          </p:cNvSpPr>
          <p:nvPr>
            <p:ph type="sldNum" idx="12"/>
          </p:nvPr>
        </p:nvSpPr>
        <p:spPr>
          <a:xfrm>
            <a:off x="8540496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 3 column">
  <p:cSld name="Comparison 3 column"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1"/>
          <p:cNvSpPr/>
          <p:nvPr/>
        </p:nvSpPr>
        <p:spPr>
          <a:xfrm>
            <a:off x="1493520" y="786384"/>
            <a:ext cx="128100" cy="704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venir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11"/>
          <p:cNvSpPr txBox="1">
            <a:spLocks noGrp="1"/>
          </p:cNvSpPr>
          <p:nvPr>
            <p:ph type="title"/>
          </p:nvPr>
        </p:nvSpPr>
        <p:spPr>
          <a:xfrm>
            <a:off x="1557528" y="548640"/>
            <a:ext cx="9956400" cy="117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33CC"/>
              </a:buClr>
              <a:buSzPts val="4000"/>
              <a:buFont typeface="Quattrocento Sans"/>
              <a:buNone/>
              <a:defRPr sz="4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9" name="Google Shape;89;p11"/>
          <p:cNvSpPr txBox="1">
            <a:spLocks noGrp="1"/>
          </p:cNvSpPr>
          <p:nvPr>
            <p:ph type="body" idx="1"/>
          </p:nvPr>
        </p:nvSpPr>
        <p:spPr>
          <a:xfrm>
            <a:off x="576072" y="2372650"/>
            <a:ext cx="3291900" cy="8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 cap="none"/>
            </a:lvl1pPr>
            <a:lvl2pPr marL="914400" lvl="1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90" name="Google Shape;90;p11"/>
          <p:cNvSpPr txBox="1">
            <a:spLocks noGrp="1"/>
          </p:cNvSpPr>
          <p:nvPr>
            <p:ph type="body" idx="2"/>
          </p:nvPr>
        </p:nvSpPr>
        <p:spPr>
          <a:xfrm>
            <a:off x="576072" y="3203688"/>
            <a:ext cx="3291900" cy="296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1pPr>
            <a:lvl2pPr marL="914400" lvl="1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2pPr>
            <a:lvl3pPr marL="1371600" lvl="2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4pPr>
            <a:lvl5pPr marL="2286000" lvl="4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91" name="Google Shape;91;p11"/>
          <p:cNvSpPr txBox="1">
            <a:spLocks noGrp="1"/>
          </p:cNvSpPr>
          <p:nvPr>
            <p:ph type="body" idx="3"/>
          </p:nvPr>
        </p:nvSpPr>
        <p:spPr>
          <a:xfrm>
            <a:off x="4507992" y="2372650"/>
            <a:ext cx="3291900" cy="8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 cap="none"/>
            </a:lvl1pPr>
            <a:lvl2pPr marL="914400" lvl="1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92" name="Google Shape;92;p11"/>
          <p:cNvSpPr txBox="1">
            <a:spLocks noGrp="1"/>
          </p:cNvSpPr>
          <p:nvPr>
            <p:ph type="body" idx="4"/>
          </p:nvPr>
        </p:nvSpPr>
        <p:spPr>
          <a:xfrm>
            <a:off x="4507992" y="3203687"/>
            <a:ext cx="3291900" cy="296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1pPr>
            <a:lvl2pPr marL="914400" lvl="1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2pPr>
            <a:lvl3pPr marL="1371600" lvl="2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4pPr>
            <a:lvl5pPr marL="2286000" lvl="4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93" name="Google Shape;93;p11"/>
          <p:cNvSpPr txBox="1">
            <a:spLocks noGrp="1"/>
          </p:cNvSpPr>
          <p:nvPr>
            <p:ph type="sldNum" idx="12"/>
          </p:nvPr>
        </p:nvSpPr>
        <p:spPr>
          <a:xfrm>
            <a:off x="8540496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94" name="Google Shape;94;p11"/>
          <p:cNvSpPr txBox="1">
            <a:spLocks noGrp="1"/>
          </p:cNvSpPr>
          <p:nvPr>
            <p:ph type="body" idx="5"/>
          </p:nvPr>
        </p:nvSpPr>
        <p:spPr>
          <a:xfrm>
            <a:off x="8439912" y="2372650"/>
            <a:ext cx="3291900" cy="8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 cap="none"/>
            </a:lvl1pPr>
            <a:lvl2pPr marL="914400" lvl="1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95" name="Google Shape;95;p11"/>
          <p:cNvSpPr txBox="1">
            <a:spLocks noGrp="1"/>
          </p:cNvSpPr>
          <p:nvPr>
            <p:ph type="body" idx="6"/>
          </p:nvPr>
        </p:nvSpPr>
        <p:spPr>
          <a:xfrm>
            <a:off x="8439912" y="3203687"/>
            <a:ext cx="3291900" cy="296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1pPr>
            <a:lvl2pPr marL="914400" lvl="1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2pPr>
            <a:lvl3pPr marL="1371600" lvl="2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4pPr>
            <a:lvl5pPr marL="2286000" lvl="4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 with 3 pictures">
  <p:cSld name="Title and Content with 3 pictures"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2"/>
          <p:cNvSpPr txBox="1">
            <a:spLocks noGrp="1"/>
          </p:cNvSpPr>
          <p:nvPr>
            <p:ph type="title"/>
          </p:nvPr>
        </p:nvSpPr>
        <p:spPr>
          <a:xfrm>
            <a:off x="841248" y="978408"/>
            <a:ext cx="4059900" cy="110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33CC"/>
              </a:buClr>
              <a:buSzPts val="2800"/>
              <a:buFont typeface="Quattrocento Sans"/>
              <a:buNone/>
              <a:defRPr sz="28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8" name="Google Shape;98;p12"/>
          <p:cNvSpPr txBox="1">
            <a:spLocks noGrp="1"/>
          </p:cNvSpPr>
          <p:nvPr>
            <p:ph type="body" idx="1"/>
          </p:nvPr>
        </p:nvSpPr>
        <p:spPr>
          <a:xfrm>
            <a:off x="841248" y="2359152"/>
            <a:ext cx="4059900" cy="342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marL="914400" lvl="1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99" name="Google Shape;99;p12"/>
          <p:cNvSpPr>
            <a:spLocks noGrp="1"/>
          </p:cNvSpPr>
          <p:nvPr>
            <p:ph type="pic" idx="2"/>
          </p:nvPr>
        </p:nvSpPr>
        <p:spPr>
          <a:xfrm>
            <a:off x="8961120" y="566928"/>
            <a:ext cx="2871300" cy="2340900"/>
          </a:xfrm>
          <a:prstGeom prst="rect">
            <a:avLst/>
          </a:prstGeom>
          <a:noFill/>
          <a:ln>
            <a:noFill/>
          </a:ln>
        </p:spPr>
      </p:sp>
      <p:sp>
        <p:nvSpPr>
          <p:cNvPr id="100" name="Google Shape;100;p12"/>
          <p:cNvSpPr>
            <a:spLocks noGrp="1"/>
          </p:cNvSpPr>
          <p:nvPr>
            <p:ph type="pic" idx="3"/>
          </p:nvPr>
        </p:nvSpPr>
        <p:spPr>
          <a:xfrm>
            <a:off x="5843016" y="566928"/>
            <a:ext cx="2871300" cy="2340900"/>
          </a:xfrm>
          <a:prstGeom prst="rect">
            <a:avLst/>
          </a:prstGeom>
          <a:noFill/>
          <a:ln>
            <a:noFill/>
          </a:ln>
        </p:spPr>
      </p:sp>
      <p:sp>
        <p:nvSpPr>
          <p:cNvPr id="101" name="Google Shape;101;p12"/>
          <p:cNvSpPr/>
          <p:nvPr/>
        </p:nvSpPr>
        <p:spPr>
          <a:xfrm>
            <a:off x="345567" y="1170432"/>
            <a:ext cx="128100" cy="704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venir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12"/>
          <p:cNvSpPr/>
          <p:nvPr/>
        </p:nvSpPr>
        <p:spPr>
          <a:xfrm>
            <a:off x="877459" y="2121408"/>
            <a:ext cx="3958800" cy="9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venir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12"/>
          <p:cNvSpPr>
            <a:spLocks noGrp="1"/>
          </p:cNvSpPr>
          <p:nvPr>
            <p:ph type="pic" idx="4"/>
          </p:nvPr>
        </p:nvSpPr>
        <p:spPr>
          <a:xfrm>
            <a:off x="5843016" y="3108960"/>
            <a:ext cx="5989200" cy="3054000"/>
          </a:xfrm>
          <a:prstGeom prst="rect">
            <a:avLst/>
          </a:prstGeom>
          <a:noFill/>
          <a:ln>
            <a:noFill/>
          </a:ln>
        </p:spPr>
      </p:sp>
      <p:sp>
        <p:nvSpPr>
          <p:cNvPr id="104" name="Google Shape;104;p12"/>
          <p:cNvSpPr txBox="1">
            <a:spLocks noGrp="1"/>
          </p:cNvSpPr>
          <p:nvPr>
            <p:ph type="sldNum" idx="12"/>
          </p:nvPr>
        </p:nvSpPr>
        <p:spPr>
          <a:xfrm>
            <a:off x="8540496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13"/>
          <p:cNvSpPr/>
          <p:nvPr/>
        </p:nvSpPr>
        <p:spPr>
          <a:xfrm>
            <a:off x="609084" y="2971798"/>
            <a:ext cx="128100" cy="9144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venir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13"/>
          <p:cNvSpPr txBox="1">
            <a:spLocks noGrp="1"/>
          </p:cNvSpPr>
          <p:nvPr>
            <p:ph type="title"/>
          </p:nvPr>
        </p:nvSpPr>
        <p:spPr>
          <a:xfrm>
            <a:off x="1078992" y="1938528"/>
            <a:ext cx="10177200" cy="299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33CC"/>
              </a:buClr>
              <a:buSzPts val="5400"/>
              <a:buFont typeface="Quattrocento Sans"/>
              <a:buNone/>
              <a:defRPr sz="5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8" name="Google Shape;108;p1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15"/>
          <p:cNvSpPr/>
          <p:nvPr/>
        </p:nvSpPr>
        <p:spPr>
          <a:xfrm>
            <a:off x="498834" y="1618375"/>
            <a:ext cx="146400" cy="8229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venir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15"/>
          <p:cNvSpPr txBox="1">
            <a:spLocks noGrp="1"/>
          </p:cNvSpPr>
          <p:nvPr>
            <p:ph type="title"/>
          </p:nvPr>
        </p:nvSpPr>
        <p:spPr>
          <a:xfrm>
            <a:off x="868680" y="1362456"/>
            <a:ext cx="3099900" cy="15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CC"/>
              </a:buClr>
              <a:buSzPts val="3400"/>
              <a:buFont typeface="Quattrocento Sans"/>
              <a:buNone/>
              <a:defRPr sz="3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4" name="Google Shape;114;p15"/>
          <p:cNvSpPr txBox="1">
            <a:spLocks noGrp="1"/>
          </p:cNvSpPr>
          <p:nvPr>
            <p:ph type="body" idx="1"/>
          </p:nvPr>
        </p:nvSpPr>
        <p:spPr>
          <a:xfrm>
            <a:off x="4965192" y="1162033"/>
            <a:ext cx="6729900" cy="464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2pPr>
            <a:lvl3pPr marL="1371600" lvl="2" indent="-355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55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115" name="Google Shape;115;p15"/>
          <p:cNvSpPr txBox="1">
            <a:spLocks noGrp="1"/>
          </p:cNvSpPr>
          <p:nvPr>
            <p:ph type="body" idx="2"/>
          </p:nvPr>
        </p:nvSpPr>
        <p:spPr>
          <a:xfrm>
            <a:off x="868680" y="3013788"/>
            <a:ext cx="3099900" cy="248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marL="914400" lvl="1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116" name="Google Shape;116;p1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16"/>
          <p:cNvSpPr/>
          <p:nvPr/>
        </p:nvSpPr>
        <p:spPr>
          <a:xfrm>
            <a:off x="498834" y="1618375"/>
            <a:ext cx="146400" cy="8229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venir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16"/>
          <p:cNvSpPr txBox="1">
            <a:spLocks noGrp="1"/>
          </p:cNvSpPr>
          <p:nvPr>
            <p:ph type="title"/>
          </p:nvPr>
        </p:nvSpPr>
        <p:spPr>
          <a:xfrm>
            <a:off x="868680" y="1709928"/>
            <a:ext cx="3099900" cy="171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CC"/>
              </a:buClr>
              <a:buSzPts val="3400"/>
              <a:buFont typeface="Quattrocento Sans"/>
              <a:buNone/>
              <a:defRPr sz="3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0" name="Google Shape;120;p16"/>
          <p:cNvSpPr>
            <a:spLocks noGrp="1"/>
          </p:cNvSpPr>
          <p:nvPr>
            <p:ph type="pic" idx="2"/>
          </p:nvPr>
        </p:nvSpPr>
        <p:spPr>
          <a:xfrm>
            <a:off x="4965192" y="1161288"/>
            <a:ext cx="6729900" cy="4645200"/>
          </a:xfrm>
          <a:prstGeom prst="rect">
            <a:avLst/>
          </a:prstGeom>
          <a:noFill/>
          <a:ln>
            <a:noFill/>
          </a:ln>
        </p:spPr>
      </p:sp>
      <p:sp>
        <p:nvSpPr>
          <p:cNvPr id="121" name="Google Shape;121;p16"/>
          <p:cNvSpPr txBox="1">
            <a:spLocks noGrp="1"/>
          </p:cNvSpPr>
          <p:nvPr>
            <p:ph type="body" idx="1"/>
          </p:nvPr>
        </p:nvSpPr>
        <p:spPr>
          <a:xfrm>
            <a:off x="868680" y="3438144"/>
            <a:ext cx="3099900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marL="914400" lvl="1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122" name="Google Shape;122;p1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theme" Target="../theme/theme1.xml"/><Relationship Id="rId17" Type="http://schemas.openxmlformats.org/officeDocument/2006/relationships/image" Target="../media/image1.png"/><Relationship Id="rId18" Type="http://schemas.openxmlformats.org/officeDocument/2006/relationships/image" Target="../media/image2.gif"/><Relationship Id="rId19" Type="http://schemas.openxmlformats.org/officeDocument/2006/relationships/image" Target="../media/image3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7">
            <a:alphaModFix/>
          </a:blip>
          <a:stretch>
            <a:fillRect/>
          </a:stretch>
        </a:blip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>
            <a:spLocks noGrp="1"/>
          </p:cNvSpPr>
          <p:nvPr>
            <p:ph type="title"/>
          </p:nvPr>
        </p:nvSpPr>
        <p:spPr>
          <a:xfrm>
            <a:off x="838200" y="839755"/>
            <a:ext cx="10515600" cy="85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33CC"/>
              </a:buClr>
              <a:buSzPts val="4400"/>
              <a:buFont typeface="Roboto Medium"/>
              <a:buNone/>
              <a:defRPr sz="4400" i="0" u="none" strike="noStrike" cap="none">
                <a:solidFill>
                  <a:srgbClr val="0033CC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1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Char char="•"/>
              <a:defRPr sz="280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marR="0" lvl="1" indent="-381000" algn="l" rtl="0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•"/>
              <a:defRPr sz="240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marR="0" lvl="2" indent="-355600" algn="l" rtl="0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oboto"/>
              <a:buChar char="•"/>
              <a:defRPr sz="200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marR="0" lvl="3" indent="-342900" algn="l" rtl="0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•"/>
              <a:defRPr sz="180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marR="0" lvl="4" indent="-342900" algn="l" rtl="0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•"/>
              <a:defRPr sz="180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•"/>
              <a:defRPr sz="180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•"/>
              <a:defRPr sz="180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•"/>
              <a:defRPr sz="180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•"/>
              <a:defRPr sz="180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 dirty="0"/>
          </a:p>
        </p:txBody>
      </p:sp>
      <p:sp>
        <p:nvSpPr>
          <p:cNvPr id="12" name="Google Shape;12;p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1" i="0" u="none" strike="noStrike" cap="non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1" i="0" u="none" strike="noStrike" cap="non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1" i="0" u="none" strike="noStrike" cap="non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1" i="0" u="none" strike="noStrike" cap="non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1" i="0" u="none" strike="noStrike" cap="non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1" i="0" u="none" strike="noStrike" cap="non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1" i="0" u="none" strike="noStrike" cap="non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1" i="0" u="none" strike="noStrike" cap="non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1" i="0" u="none" strike="noStrike" cap="non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4" name="Google Shape;14;p1"/>
          <p:cNvPicPr preferRelativeResize="0"/>
          <p:nvPr/>
        </p:nvPicPr>
        <p:blipFill>
          <a:blip r:embed="rId18">
            <a:alphaModFix/>
          </a:blip>
          <a:stretch>
            <a:fillRect/>
          </a:stretch>
        </p:blipFill>
        <p:spPr>
          <a:xfrm>
            <a:off x="10455475" y="93557"/>
            <a:ext cx="1657350" cy="723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B7D03A71-DF26-4778-ACBE-93DEA04DFDA4}"/>
              </a:ext>
            </a:extLst>
          </p:cNvPr>
          <p:cNvPicPr>
            <a:picLocks noChangeAspect="1"/>
          </p:cNvPicPr>
          <p:nvPr userDrawn="1"/>
        </p:nvPicPr>
        <p:blipFill>
          <a:blip r:embed="rId19"/>
          <a:stretch>
            <a:fillRect/>
          </a:stretch>
        </p:blipFill>
        <p:spPr>
          <a:xfrm>
            <a:off x="79175" y="93557"/>
            <a:ext cx="1275386" cy="723900"/>
          </a:xfrm>
          <a:prstGeom prst="rect">
            <a:avLst/>
          </a:prstGeom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-closing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6.png"/><Relationship Id="rId6" Type="http://schemas.openxmlformats.org/officeDocument/2006/relationships/hyperlink" Target="mailto:phuc@lhu.edu.vn" TargetMode="External"/><Relationship Id="rId7" Type="http://schemas.openxmlformats.org/officeDocument/2006/relationships/image" Target="../media/image7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8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9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2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slide-closing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26"/>
          <p:cNvSpPr txBox="1">
            <a:spLocks noGrp="1"/>
          </p:cNvSpPr>
          <p:nvPr>
            <p:ph type="title"/>
          </p:nvPr>
        </p:nvSpPr>
        <p:spPr>
          <a:xfrm>
            <a:off x="7772400" y="978408"/>
            <a:ext cx="3721608" cy="11064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33CC"/>
              </a:buClr>
              <a:buSzPts val="2800"/>
              <a:buFont typeface="Quattrocento Sans"/>
              <a:buNone/>
            </a:pPr>
            <a:r>
              <a:rPr lang="en-US"/>
              <a:t>Thank you</a:t>
            </a:r>
            <a:endParaRPr/>
          </a:p>
        </p:txBody>
      </p:sp>
      <p:pic>
        <p:nvPicPr>
          <p:cNvPr id="205" name="Google Shape;205;p26" descr="woman writing on a dry erase board"/>
          <p:cNvPicPr preferRelativeResize="0">
            <a:picLocks noGrp="1"/>
          </p:cNvPicPr>
          <p:nvPr>
            <p:ph type="pic" idx="2"/>
          </p:nvPr>
        </p:nvPicPr>
        <p:blipFill rotWithShape="1">
          <a:blip r:embed="rId3">
            <a:alphaModFix/>
          </a:blip>
          <a:srcRect l="59" r="59"/>
          <a:stretch/>
        </p:blipFill>
        <p:spPr>
          <a:xfrm>
            <a:off x="895522" y="859155"/>
            <a:ext cx="6016834" cy="4910328"/>
          </a:xfrm>
          <a:prstGeom prst="rect">
            <a:avLst/>
          </a:prstGeom>
          <a:noFill/>
          <a:ln>
            <a:noFill/>
          </a:ln>
        </p:spPr>
      </p:pic>
      <p:pic>
        <p:nvPicPr>
          <p:cNvPr id="206" name="Google Shape;206;p26" descr="User"/>
          <p:cNvPicPr preferRelativeResize="0">
            <a:picLocks noGrp="1"/>
          </p:cNvPicPr>
          <p:nvPr>
            <p:ph type="pic" idx="5"/>
          </p:nvPr>
        </p:nvPicPr>
        <p:blipFill rotWithShape="1">
          <a:blip r:embed="rId4">
            <a:alphaModFix/>
          </a:blip>
          <a:srcRect/>
          <a:stretch/>
        </p:blipFill>
        <p:spPr>
          <a:xfrm>
            <a:off x="7772400" y="2532888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207" name="Google Shape;207;p26"/>
          <p:cNvSpPr txBox="1">
            <a:spLocks noGrp="1"/>
          </p:cNvSpPr>
          <p:nvPr>
            <p:ph type="body" idx="1"/>
          </p:nvPr>
        </p:nvSpPr>
        <p:spPr>
          <a:xfrm>
            <a:off x="7772400" y="3099816"/>
            <a:ext cx="3721100" cy="447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r>
              <a:t>ThS. Nguyễn Minh Phúc</a:t>
            </a:r>
            <a:endParaRPr/>
          </a:p>
        </p:txBody>
      </p:sp>
      <p:pic>
        <p:nvPicPr>
          <p:cNvPr id="208" name="Google Shape;208;p26" descr="Envelope"/>
          <p:cNvPicPr preferRelativeResize="0">
            <a:picLocks noGrp="1"/>
          </p:cNvPicPr>
          <p:nvPr>
            <p:ph type="pic" idx="6"/>
          </p:nvPr>
        </p:nvPicPr>
        <p:blipFill rotWithShape="1">
          <a:blip r:embed="rId5">
            <a:alphaModFix/>
          </a:blip>
          <a:srcRect/>
          <a:stretch/>
        </p:blipFill>
        <p:spPr>
          <a:xfrm>
            <a:off x="7772400" y="3630168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209" name="Google Shape;209;p26"/>
          <p:cNvSpPr txBox="1">
            <a:spLocks noGrp="1"/>
          </p:cNvSpPr>
          <p:nvPr>
            <p:ph type="body" idx="3"/>
          </p:nvPr>
        </p:nvSpPr>
        <p:spPr>
          <a:xfrm>
            <a:off x="7772400" y="4215384"/>
            <a:ext cx="3721100" cy="447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r>
              <a:rPr>
                <a:hlinkClick r:id="rId6"/>
              </a:rPr>
              <a:t>phuc@lhu.edu.vn</a:t>
            </a:r>
            <a:endParaRPr/>
          </a:p>
        </p:txBody>
      </p:sp>
      <p:pic>
        <p:nvPicPr>
          <p:cNvPr id="210" name="Google Shape;210;p26" descr="Monitor"/>
          <p:cNvPicPr preferRelativeResize="0">
            <a:picLocks noGrp="1"/>
          </p:cNvPicPr>
          <p:nvPr>
            <p:ph type="pic" idx="7"/>
          </p:nvPr>
        </p:nvPicPr>
        <p:blipFill rotWithShape="1">
          <a:blip r:embed="rId7">
            <a:alphaModFix/>
          </a:blip>
          <a:srcRect/>
          <a:stretch/>
        </p:blipFill>
        <p:spPr>
          <a:xfrm>
            <a:off x="7772400" y="4754880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211" name="Google Shape;211;p26"/>
          <p:cNvSpPr txBox="1">
            <a:spLocks noGrp="1"/>
          </p:cNvSpPr>
          <p:nvPr>
            <p:ph type="body" idx="4"/>
          </p:nvPr>
        </p:nvSpPr>
        <p:spPr>
          <a:xfrm>
            <a:off x="7772400" y="5321808"/>
            <a:ext cx="3721100" cy="447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r>
              <a:t>lhu.edu.vn</a:t>
            </a:r>
            <a:endParaRPr/>
          </a:p>
        </p:txBody>
      </p:sp>
      <p:sp>
        <p:nvSpPr>
          <p:cNvPr id="212" name="Google Shape;212;p26"/>
          <p:cNvSpPr txBox="1">
            <a:spLocks noGrp="1"/>
          </p:cNvSpPr>
          <p:nvPr>
            <p:ph type="dt" idx="10"/>
          </p:nvPr>
        </p:nvSpPr>
        <p:spPr>
          <a:xfrm>
            <a:off x="905256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t>Học kỳ 6 • 2026</a:t>
            </a:r>
            <a:endParaRPr/>
          </a:p>
        </p:txBody>
      </p:sp>
      <p:sp>
        <p:nvSpPr>
          <p:cNvPr id="213" name="Google Shape;213;p2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t>Lập trình ứng dụng web (111102)</a:t>
            </a:r>
            <a:endParaRPr/>
          </a:p>
        </p:txBody>
      </p:sp>
      <p:sp>
        <p:nvSpPr>
          <p:cNvPr id="214" name="Google Shape;214;p26"/>
          <p:cNvSpPr txBox="1">
            <a:spLocks noGrp="1"/>
          </p:cNvSpPr>
          <p:nvPr>
            <p:ph type="sldNum" idx="12"/>
          </p:nvPr>
        </p:nvSpPr>
        <p:spPr>
          <a:xfrm>
            <a:off x="8540496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3600"/>
              <a:t>Bài 02: Routing, layout &amp; giao diện với Tailwind CSS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sz="2400"/>
              <a:t>Lập trình ứng dụng web (111102)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487168" y="4892040"/>
            <a:ext cx="72237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i="1">
                <a:solidFill>
                  <a:srgbClr val="6C757D"/>
                </a:solidFill>
              </a:rPr>
              <a:t>Sprint 1 · Nền tảng &amp; Giao diện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/>
              <a:t>Bài 02: Routing, layout &amp; giao diện với Tailwind CSS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20040" y="1097280"/>
            <a:ext cx="11521440" cy="4434840"/>
          </a:xfrm>
        </p:spPr>
        <p:txBody>
          <a:bodyPr/>
          <a:lstStyle/>
          <a:p>
            <a:pPr>
              <a:spcBef>
                <a:spcPts val="400"/>
              </a:spcBef>
              <a:buChar char="❖"/>
            </a:pPr>
            <a:r>
              <a:rPr sz="2600"/>
              <a:t>Phân tích chức năng thành sitemap và route</a:t>
            </a:r>
          </a:p>
          <a:p>
            <a:pPr>
              <a:spcBef>
                <a:spcPts val="400"/>
              </a:spcBef>
              <a:buChar char="❖"/>
            </a:pPr>
            <a:r>
              <a:rPr sz="2600"/>
              <a:t>Route lồng nhau, route group, route động</a:t>
            </a:r>
          </a:p>
          <a:p>
            <a:pPr>
              <a:spcBef>
                <a:spcPts val="400"/>
              </a:spcBef>
              <a:buChar char="❖"/>
            </a:pPr>
            <a:r>
              <a:rPr sz="2600"/>
              <a:t>Layout quản trị và layout khách</a:t>
            </a:r>
          </a:p>
          <a:p>
            <a:pPr>
              <a:spcBef>
                <a:spcPts val="400"/>
              </a:spcBef>
              <a:buChar char="❖"/>
            </a:pPr>
            <a:r>
              <a:rPr sz="2600"/>
              <a:t>Giao diện responsive với Tailwind CSS và shadcn/ui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2"/>
          </p:nvPr>
        </p:nvSpPr>
        <p:spPr/>
        <p:txBody>
          <a:bodyPr/>
          <a:lstStyle/>
          <a:p>
            <a:r>
              <a:rPr sz="2200"/>
              <a:t>Mục tiêu buổi học</a:t>
            </a:r>
          </a:p>
        </p:txBody>
      </p:sp>
      <p:sp>
        <p:nvSpPr>
          <p:cNvPr id="5" name="Google Shape;28;p4"/>
          <p:cNvSpPr txBox="1">
            <a:spLocks noGrp="1"/>
          </p:cNvSpPr>
          <p:nvPr>
            <p:ph type="sldNum" idx="12"/>
          </p:nvPr>
        </p:nvSpPr>
        <p:spPr>
          <a:xfrm>
            <a:off x="9298142" y="6365059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3600"/>
            </a:lvl1pPr>
            <a:lvl2pPr marL="0" lvl="1" indent="0" algn="r">
              <a:spcBef>
                <a:spcPts val="0"/>
              </a:spcBef>
              <a:buNone/>
              <a:defRPr sz="3600"/>
            </a:lvl2pPr>
            <a:lvl3pPr marL="0" lvl="2" indent="0" algn="r">
              <a:spcBef>
                <a:spcPts val="0"/>
              </a:spcBef>
              <a:buNone/>
              <a:defRPr sz="3600"/>
            </a:lvl3pPr>
            <a:lvl4pPr marL="0" lvl="3" indent="0" algn="r">
              <a:spcBef>
                <a:spcPts val="0"/>
              </a:spcBef>
              <a:buNone/>
              <a:defRPr sz="3600"/>
            </a:lvl4pPr>
            <a:lvl5pPr marL="0" lvl="4" indent="0" algn="r">
              <a:spcBef>
                <a:spcPts val="0"/>
              </a:spcBef>
              <a:buNone/>
              <a:defRPr sz="3600"/>
            </a:lvl5pPr>
            <a:lvl6pPr marL="0" lvl="5" indent="0" algn="r">
              <a:spcBef>
                <a:spcPts val="0"/>
              </a:spcBef>
              <a:buNone/>
              <a:defRPr sz="3600"/>
            </a:lvl6pPr>
            <a:lvl7pPr marL="0" lvl="6" indent="0" algn="r">
              <a:spcBef>
                <a:spcPts val="0"/>
              </a:spcBef>
              <a:buNone/>
              <a:defRPr sz="3600"/>
            </a:lvl7pPr>
            <a:lvl8pPr marL="0" lvl="7" indent="0" algn="r">
              <a:spcBef>
                <a:spcPts val="0"/>
              </a:spcBef>
              <a:buNone/>
              <a:defRPr sz="3600"/>
            </a:lvl8pPr>
            <a:lvl9pPr marL="0" lvl="8" indent="0" algn="r">
              <a:spcBef>
                <a:spcPts val="0"/>
              </a:spcBef>
              <a:buNone/>
              <a:defRPr sz="3600"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/>
              <a:t>Bài 02: Routing, layout &amp; giao diện với Tailwind CSS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20040" y="1097280"/>
            <a:ext cx="11521440" cy="4434840"/>
          </a:xfrm>
        </p:spPr>
        <p:txBody>
          <a:bodyPr/>
          <a:lstStyle/>
          <a:p>
            <a:pPr>
              <a:spcBef>
                <a:spcPts val="400"/>
              </a:spcBef>
              <a:buChar char="❖"/>
            </a:pPr>
            <a:r>
              <a:rPr sz="2600"/>
              <a:t>Quản lý cần sidebar, sinh viên cần thực đơn gọn trên điện thoại</a:t>
            </a:r>
          </a:p>
          <a:p>
            <a:pPr>
              <a:spcBef>
                <a:spcPts val="400"/>
              </a:spcBef>
              <a:buChar char="❖"/>
            </a:pPr>
            <a:r>
              <a:rPr sz="2600"/>
              <a:t>Hai khu vực, hai bố cục, một ứng dụng</a:t>
            </a:r>
          </a:p>
          <a:p>
            <a:pPr>
              <a:spcBef>
                <a:spcPts val="400"/>
              </a:spcBef>
              <a:buChar char="❖"/>
            </a:pPr>
            <a:r>
              <a:rPr sz="2600"/>
              <a:t>Vẽ giao diện trước hay phân tích trang trước?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2"/>
          </p:nvPr>
        </p:nvSpPr>
        <p:spPr/>
        <p:txBody>
          <a:bodyPr/>
          <a:lstStyle/>
          <a:p>
            <a:r>
              <a:rPr sz="2200"/>
              <a:t>Câu hỏi mở đầu</a:t>
            </a:r>
          </a:p>
        </p:txBody>
      </p:sp>
      <p:sp>
        <p:nvSpPr>
          <p:cNvPr id="5" name="Google Shape;28;p4"/>
          <p:cNvSpPr txBox="1">
            <a:spLocks noGrp="1"/>
          </p:cNvSpPr>
          <p:nvPr>
            <p:ph type="sldNum" idx="12"/>
          </p:nvPr>
        </p:nvSpPr>
        <p:spPr>
          <a:xfrm>
            <a:off x="9298142" y="6365059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3600"/>
            </a:lvl1pPr>
            <a:lvl2pPr marL="0" lvl="1" indent="0" algn="r">
              <a:spcBef>
                <a:spcPts val="0"/>
              </a:spcBef>
              <a:buNone/>
              <a:defRPr sz="3600"/>
            </a:lvl2pPr>
            <a:lvl3pPr marL="0" lvl="2" indent="0" algn="r">
              <a:spcBef>
                <a:spcPts val="0"/>
              </a:spcBef>
              <a:buNone/>
              <a:defRPr sz="3600"/>
            </a:lvl3pPr>
            <a:lvl4pPr marL="0" lvl="3" indent="0" algn="r">
              <a:spcBef>
                <a:spcPts val="0"/>
              </a:spcBef>
              <a:buNone/>
              <a:defRPr sz="3600"/>
            </a:lvl4pPr>
            <a:lvl5pPr marL="0" lvl="4" indent="0" algn="r">
              <a:spcBef>
                <a:spcPts val="0"/>
              </a:spcBef>
              <a:buNone/>
              <a:defRPr sz="3600"/>
            </a:lvl5pPr>
            <a:lvl6pPr marL="0" lvl="5" indent="0" algn="r">
              <a:spcBef>
                <a:spcPts val="0"/>
              </a:spcBef>
              <a:buNone/>
              <a:defRPr sz="3600"/>
            </a:lvl6pPr>
            <a:lvl7pPr marL="0" lvl="6" indent="0" algn="r">
              <a:spcBef>
                <a:spcPts val="0"/>
              </a:spcBef>
              <a:buNone/>
              <a:defRPr sz="3600"/>
            </a:lvl7pPr>
            <a:lvl8pPr marL="0" lvl="7" indent="0" algn="r">
              <a:spcBef>
                <a:spcPts val="0"/>
              </a:spcBef>
              <a:buNone/>
              <a:defRPr sz="3600"/>
            </a:lvl8pPr>
            <a:lvl9pPr marL="0" lvl="8" indent="0" algn="r">
              <a:spcBef>
                <a:spcPts val="0"/>
              </a:spcBef>
              <a:buNone/>
              <a:defRPr sz="3600"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/>
              <a:t>Bài 02: Routing, layout &amp; giao diện với Tailwind CSS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20040" y="1097280"/>
            <a:ext cx="5715000" cy="4434840"/>
          </a:xfrm>
        </p:spPr>
        <p:txBody>
          <a:bodyPr/>
          <a:lstStyle/>
          <a:p>
            <a:pPr>
              <a:spcBef>
                <a:spcPts val="400"/>
              </a:spcBef>
              <a:buChar char="❖"/>
            </a:pPr>
            <a:r>
              <a:rPr sz="2400"/>
              <a:t>Xem thực đơn (US-G01) → /menu → mọi người → GET /products</a:t>
            </a:r>
          </a:p>
          <a:p>
            <a:pPr>
              <a:spcBef>
                <a:spcPts val="400"/>
              </a:spcBef>
              <a:buChar char="❖"/>
            </a:pPr>
            <a:r>
              <a:rPr sz="2400"/>
              <a:t>Chi tiết món (US-G03) → /product/[id] → GET /products/:id</a:t>
            </a:r>
          </a:p>
          <a:p>
            <a:pPr>
              <a:spcBef>
                <a:spcPts val="400"/>
              </a:spcBef>
              <a:buChar char="❖"/>
            </a:pPr>
            <a:r>
              <a:rPr sz="2400"/>
              <a:t>Quản lý món (US-A02) → /admin/products → admin</a:t>
            </a:r>
          </a:p>
          <a:p>
            <a:pPr>
              <a:spcBef>
                <a:spcPts val="400"/>
              </a:spcBef>
              <a:buChar char="❖"/>
            </a:pPr>
            <a:r>
              <a:rPr sz="2400"/>
              <a:t>Màn hình quầy (US-S02) → /admin/orders → staff, admin</a:t>
            </a:r>
          </a:p>
          <a:p>
            <a:pPr marL="0" indent="0">
              <a:spcBef>
                <a:spcPts val="800"/>
              </a:spcBef>
              <a:buNone/>
            </a:pPr>
            <a:r>
              <a:rPr b="1" sz="2400">
                <a:solidFill>
                  <a:srgbClr val="0033CC"/>
                </a:solidFill>
              </a:rPr>
              <a:t>Hoạt động</a:t>
            </a:r>
            <a:r>
              <a:rPr sz="2400">
                <a:solidFill>
                  <a:srgbClr val="0033CC"/>
                </a:solidFill>
              </a:rPr>
              <a:t>: Nhóm điền bảng ánh xạ cho 3 chức năng của đề tài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2"/>
          </p:nvPr>
        </p:nvSpPr>
        <p:spPr/>
        <p:txBody>
          <a:bodyPr/>
          <a:lstStyle/>
          <a:p>
            <a:r>
              <a:rPr sz="2200"/>
              <a:t>Từ chức năng đến route</a:t>
            </a:r>
          </a:p>
        </p:txBody>
      </p:sp>
      <p:sp>
        <p:nvSpPr>
          <p:cNvPr id="5" name="Google Shape;28;p4"/>
          <p:cNvSpPr txBox="1">
            <a:spLocks noGrp="1"/>
          </p:cNvSpPr>
          <p:nvPr>
            <p:ph type="sldNum" idx="12"/>
          </p:nvPr>
        </p:nvSpPr>
        <p:spPr>
          <a:xfrm>
            <a:off x="9298142" y="6365059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3600"/>
            </a:lvl1pPr>
            <a:lvl2pPr marL="0" lvl="1" indent="0" algn="r">
              <a:spcBef>
                <a:spcPts val="0"/>
              </a:spcBef>
              <a:buNone/>
              <a:defRPr sz="3600"/>
            </a:lvl2pPr>
            <a:lvl3pPr marL="0" lvl="2" indent="0" algn="r">
              <a:spcBef>
                <a:spcPts val="0"/>
              </a:spcBef>
              <a:buNone/>
              <a:defRPr sz="3600"/>
            </a:lvl3pPr>
            <a:lvl4pPr marL="0" lvl="3" indent="0" algn="r">
              <a:spcBef>
                <a:spcPts val="0"/>
              </a:spcBef>
              <a:buNone/>
              <a:defRPr sz="3600"/>
            </a:lvl4pPr>
            <a:lvl5pPr marL="0" lvl="4" indent="0" algn="r">
              <a:spcBef>
                <a:spcPts val="0"/>
              </a:spcBef>
              <a:buNone/>
              <a:defRPr sz="3600"/>
            </a:lvl5pPr>
            <a:lvl6pPr marL="0" lvl="5" indent="0" algn="r">
              <a:spcBef>
                <a:spcPts val="0"/>
              </a:spcBef>
              <a:buNone/>
              <a:defRPr sz="3600"/>
            </a:lvl6pPr>
            <a:lvl7pPr marL="0" lvl="6" indent="0" algn="r">
              <a:spcBef>
                <a:spcPts val="0"/>
              </a:spcBef>
              <a:buNone/>
              <a:defRPr sz="3600"/>
            </a:lvl7pPr>
            <a:lvl8pPr marL="0" lvl="7" indent="0" algn="r">
              <a:spcBef>
                <a:spcPts val="0"/>
              </a:spcBef>
              <a:buNone/>
              <a:defRPr sz="3600"/>
            </a:lvl8pPr>
            <a:lvl9pPr marL="0" lvl="8" indent="0" algn="r">
              <a:spcBef>
                <a:spcPts val="0"/>
              </a:spcBef>
              <a:buNone/>
              <a:defRPr sz="3600"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6" name="Picture 5" descr="bai-02-chuc-nang-rou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603" y="1097280"/>
            <a:ext cx="5119914" cy="38862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/>
              <a:t>Bài 02: Routing, layout &amp; giao diện với Tailwind CSS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2"/>
          </p:nvPr>
        </p:nvSpPr>
        <p:spPr/>
        <p:txBody>
          <a:bodyPr/>
          <a:lstStyle/>
          <a:p>
            <a:r>
              <a:rPr sz="2200"/>
              <a:t>Cây thư mục</a:t>
            </a:r>
          </a:p>
        </p:txBody>
      </p:sp>
      <p:sp>
        <p:nvSpPr>
          <p:cNvPr id="5" name="Google Shape;28;p4"/>
          <p:cNvSpPr txBox="1">
            <a:spLocks noGrp="1"/>
          </p:cNvSpPr>
          <p:nvPr>
            <p:ph type="sldNum" idx="12"/>
          </p:nvPr>
        </p:nvSpPr>
        <p:spPr>
          <a:xfrm>
            <a:off x="9298142" y="6365059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3600"/>
            </a:lvl1pPr>
            <a:lvl2pPr marL="0" lvl="1" indent="0" algn="r">
              <a:spcBef>
                <a:spcPts val="0"/>
              </a:spcBef>
              <a:buNone/>
              <a:defRPr sz="3600"/>
            </a:lvl2pPr>
            <a:lvl3pPr marL="0" lvl="2" indent="0" algn="r">
              <a:spcBef>
                <a:spcPts val="0"/>
              </a:spcBef>
              <a:buNone/>
              <a:defRPr sz="3600"/>
            </a:lvl3pPr>
            <a:lvl4pPr marL="0" lvl="3" indent="0" algn="r">
              <a:spcBef>
                <a:spcPts val="0"/>
              </a:spcBef>
              <a:buNone/>
              <a:defRPr sz="3600"/>
            </a:lvl4pPr>
            <a:lvl5pPr marL="0" lvl="4" indent="0" algn="r">
              <a:spcBef>
                <a:spcPts val="0"/>
              </a:spcBef>
              <a:buNone/>
              <a:defRPr sz="3600"/>
            </a:lvl5pPr>
            <a:lvl6pPr marL="0" lvl="5" indent="0" algn="r">
              <a:spcBef>
                <a:spcPts val="0"/>
              </a:spcBef>
              <a:buNone/>
              <a:defRPr sz="3600"/>
            </a:lvl6pPr>
            <a:lvl7pPr marL="0" lvl="6" indent="0" algn="r">
              <a:spcBef>
                <a:spcPts val="0"/>
              </a:spcBef>
              <a:buNone/>
              <a:defRPr sz="3600"/>
            </a:lvl7pPr>
            <a:lvl8pPr marL="0" lvl="7" indent="0" algn="r">
              <a:spcBef>
                <a:spcPts val="0"/>
              </a:spcBef>
              <a:buNone/>
              <a:defRPr sz="3600"/>
            </a:lvl8pPr>
            <a:lvl9pPr marL="0" lvl="8" indent="0" algn="r">
              <a:spcBef>
                <a:spcPts val="0"/>
              </a:spcBef>
              <a:buNone/>
              <a:defRPr sz="3600"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411479" y="1097280"/>
            <a:ext cx="11338560" cy="2274570"/>
          </a:xfrm>
          <a:prstGeom prst="rect">
            <a:avLst/>
          </a:prstGeom>
          <a:solidFill>
            <a:srgbClr val="F1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tIns="137160"/>
          <a:lstStyle/>
          <a:p>
            <a:pPr algn="l"/>
            <a:r>
              <a:rPr sz="1800">
                <a:solidFill>
                  <a:srgbClr val="212529"/>
                </a:solidFill>
                <a:latin typeface="Consolas"/>
              </a:rPr>
              <a:t>app/</a:t>
            </a:r>
          </a:p>
          <a:p>
            <a:pPr algn="l"/>
            <a:r>
              <a:rPr sz="1800">
                <a:solidFill>
                  <a:srgbClr val="212529"/>
                </a:solidFill>
                <a:latin typeface="Consolas"/>
              </a:rPr>
              <a:t>  (shop)/layout.tsx           header khách</a:t>
            </a:r>
          </a:p>
          <a:p>
            <a:pPr algn="l"/>
            <a:r>
              <a:rPr sz="1800">
                <a:solidFill>
                  <a:srgbClr val="212529"/>
                </a:solidFill>
                <a:latin typeface="Consolas"/>
              </a:rPr>
              <a:t>  (shop)/menu/page.tsx        /menu</a:t>
            </a:r>
          </a:p>
          <a:p>
            <a:pPr algn="l"/>
            <a:r>
              <a:rPr sz="1800">
                <a:solidFill>
                  <a:srgbClr val="212529"/>
                </a:solidFill>
                <a:latin typeface="Consolas"/>
              </a:rPr>
              <a:t>  (shop)/product/[id]/page.tsx</a:t>
            </a:r>
          </a:p>
          <a:p>
            <a:pPr algn="l"/>
            <a:r>
              <a:rPr sz="1800">
                <a:solidFill>
                  <a:srgbClr val="212529"/>
                </a:solidFill>
                <a:latin typeface="Consolas"/>
              </a:rPr>
              <a:t>  admin/layout.tsx            sidebar</a:t>
            </a:r>
          </a:p>
          <a:p>
            <a:pPr algn="l"/>
            <a:r>
              <a:rPr sz="1800">
                <a:solidFill>
                  <a:srgbClr val="212529"/>
                </a:solidFill>
                <a:latin typeface="Consolas"/>
              </a:rPr>
              <a:t>  admin/products/page.tsx     /admin/products</a:t>
            </a:r>
          </a:p>
          <a:p>
            <a:pPr algn="l"/>
            <a:r>
              <a:rPr sz="1800">
                <a:solidFill>
                  <a:srgbClr val="212529"/>
                </a:solidFill>
                <a:latin typeface="Consolas"/>
              </a:rPr>
              <a:t>  not-found.tsx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/>
              <a:t>Bài 02: Routing, layout &amp; giao diện với Tailwind CSS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20040" y="1097280"/>
            <a:ext cx="5715000" cy="4434840"/>
          </a:xfrm>
        </p:spPr>
        <p:txBody>
          <a:bodyPr/>
          <a:lstStyle/>
          <a:p>
            <a:pPr>
              <a:spcBef>
                <a:spcPts val="400"/>
              </a:spcBef>
              <a:buChar char="❖"/>
            </a:pPr>
            <a:r>
              <a:rPr sz="2600"/>
              <a:t>Thư mục trong ngoặc: (shop), (admin)</a:t>
            </a:r>
          </a:p>
          <a:p>
            <a:pPr>
              <a:spcBef>
                <a:spcPts val="400"/>
              </a:spcBef>
              <a:buChar char="❖"/>
            </a:pPr>
            <a:r>
              <a:rPr sz="2600"/>
              <a:t>Không xuất hiện trong URL</a:t>
            </a:r>
          </a:p>
          <a:p>
            <a:pPr>
              <a:spcBef>
                <a:spcPts val="400"/>
              </a:spcBef>
              <a:buChar char="❖"/>
            </a:pPr>
            <a:r>
              <a:rPr sz="2600"/>
              <a:t>Mỗi nhóm có layout riêng</a:t>
            </a:r>
          </a:p>
          <a:p>
            <a:pPr>
              <a:spcBef>
                <a:spcPts val="400"/>
              </a:spcBef>
              <a:buChar char="❖"/>
            </a:pPr>
            <a:r>
              <a:rPr sz="2600"/>
              <a:t>Cẩn thận: hai nhóm không được trùng đường dẫn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2"/>
          </p:nvPr>
        </p:nvSpPr>
        <p:spPr/>
        <p:txBody>
          <a:bodyPr/>
          <a:lstStyle/>
          <a:p>
            <a:r>
              <a:rPr sz="2200"/>
              <a:t>Route group</a:t>
            </a:r>
          </a:p>
        </p:txBody>
      </p:sp>
      <p:sp>
        <p:nvSpPr>
          <p:cNvPr id="5" name="Google Shape;28;p4"/>
          <p:cNvSpPr txBox="1">
            <a:spLocks noGrp="1"/>
          </p:cNvSpPr>
          <p:nvPr>
            <p:ph type="sldNum" idx="12"/>
          </p:nvPr>
        </p:nvSpPr>
        <p:spPr>
          <a:xfrm>
            <a:off x="9298142" y="6365059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3600"/>
            </a:lvl1pPr>
            <a:lvl2pPr marL="0" lvl="1" indent="0" algn="r">
              <a:spcBef>
                <a:spcPts val="0"/>
              </a:spcBef>
              <a:buNone/>
              <a:defRPr sz="3600"/>
            </a:lvl2pPr>
            <a:lvl3pPr marL="0" lvl="2" indent="0" algn="r">
              <a:spcBef>
                <a:spcPts val="0"/>
              </a:spcBef>
              <a:buNone/>
              <a:defRPr sz="3600"/>
            </a:lvl3pPr>
            <a:lvl4pPr marL="0" lvl="3" indent="0" algn="r">
              <a:spcBef>
                <a:spcPts val="0"/>
              </a:spcBef>
              <a:buNone/>
              <a:defRPr sz="3600"/>
            </a:lvl4pPr>
            <a:lvl5pPr marL="0" lvl="4" indent="0" algn="r">
              <a:spcBef>
                <a:spcPts val="0"/>
              </a:spcBef>
              <a:buNone/>
              <a:defRPr sz="3600"/>
            </a:lvl5pPr>
            <a:lvl6pPr marL="0" lvl="5" indent="0" algn="r">
              <a:spcBef>
                <a:spcPts val="0"/>
              </a:spcBef>
              <a:buNone/>
              <a:defRPr sz="3600"/>
            </a:lvl6pPr>
            <a:lvl7pPr marL="0" lvl="6" indent="0" algn="r">
              <a:spcBef>
                <a:spcPts val="0"/>
              </a:spcBef>
              <a:buNone/>
              <a:defRPr sz="3600"/>
            </a:lvl7pPr>
            <a:lvl8pPr marL="0" lvl="7" indent="0" algn="r">
              <a:spcBef>
                <a:spcPts val="0"/>
              </a:spcBef>
              <a:buNone/>
              <a:defRPr sz="3600"/>
            </a:lvl8pPr>
            <a:lvl9pPr marL="0" lvl="8" indent="0" algn="r">
              <a:spcBef>
                <a:spcPts val="0"/>
              </a:spcBef>
              <a:buNone/>
              <a:defRPr sz="3600"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6" name="Picture 5" descr="bai-02-route-grou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603" y="1097280"/>
            <a:ext cx="5119914" cy="38862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/>
              <a:t>Bài 02: Routing, layout &amp; giao diện với Tailwind CSS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20040" y="1097280"/>
            <a:ext cx="11521440" cy="802640"/>
          </a:xfrm>
        </p:spPr>
        <p:txBody>
          <a:bodyPr/>
          <a:lstStyle/>
          <a:p>
            <a:pPr>
              <a:spcBef>
                <a:spcPts val="400"/>
              </a:spcBef>
              <a:buChar char="❖"/>
            </a:pPr>
            <a:r>
              <a:rPr sz="2600"/>
              <a:t>Từ Next.js 15, params là Promise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2"/>
          </p:nvPr>
        </p:nvSpPr>
        <p:spPr/>
        <p:txBody>
          <a:bodyPr/>
          <a:lstStyle/>
          <a:p>
            <a:r>
              <a:rPr sz="2200"/>
              <a:t>Route động</a:t>
            </a:r>
          </a:p>
        </p:txBody>
      </p:sp>
      <p:sp>
        <p:nvSpPr>
          <p:cNvPr id="5" name="Google Shape;28;p4"/>
          <p:cNvSpPr txBox="1">
            <a:spLocks noGrp="1"/>
          </p:cNvSpPr>
          <p:nvPr>
            <p:ph type="sldNum" idx="12"/>
          </p:nvPr>
        </p:nvSpPr>
        <p:spPr>
          <a:xfrm>
            <a:off x="9298142" y="6365059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3600"/>
            </a:lvl1pPr>
            <a:lvl2pPr marL="0" lvl="1" indent="0" algn="r">
              <a:spcBef>
                <a:spcPts val="0"/>
              </a:spcBef>
              <a:buNone/>
              <a:defRPr sz="3600"/>
            </a:lvl2pPr>
            <a:lvl3pPr marL="0" lvl="2" indent="0" algn="r">
              <a:spcBef>
                <a:spcPts val="0"/>
              </a:spcBef>
              <a:buNone/>
              <a:defRPr sz="3600"/>
            </a:lvl3pPr>
            <a:lvl4pPr marL="0" lvl="3" indent="0" algn="r">
              <a:spcBef>
                <a:spcPts val="0"/>
              </a:spcBef>
              <a:buNone/>
              <a:defRPr sz="3600"/>
            </a:lvl4pPr>
            <a:lvl5pPr marL="0" lvl="4" indent="0" algn="r">
              <a:spcBef>
                <a:spcPts val="0"/>
              </a:spcBef>
              <a:buNone/>
              <a:defRPr sz="3600"/>
            </a:lvl5pPr>
            <a:lvl6pPr marL="0" lvl="5" indent="0" algn="r">
              <a:spcBef>
                <a:spcPts val="0"/>
              </a:spcBef>
              <a:buNone/>
              <a:defRPr sz="3600"/>
            </a:lvl6pPr>
            <a:lvl7pPr marL="0" lvl="6" indent="0" algn="r">
              <a:spcBef>
                <a:spcPts val="0"/>
              </a:spcBef>
              <a:buNone/>
              <a:defRPr sz="3600"/>
            </a:lvl7pPr>
            <a:lvl8pPr marL="0" lvl="7" indent="0" algn="r">
              <a:spcBef>
                <a:spcPts val="0"/>
              </a:spcBef>
              <a:buNone/>
              <a:defRPr sz="3600"/>
            </a:lvl8pPr>
            <a:lvl9pPr marL="0" lvl="8" indent="0" algn="r">
              <a:spcBef>
                <a:spcPts val="0"/>
              </a:spcBef>
              <a:buNone/>
              <a:defRPr sz="3600"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411479" y="1991359"/>
            <a:ext cx="11338560" cy="2274570"/>
          </a:xfrm>
          <a:prstGeom prst="rect">
            <a:avLst/>
          </a:prstGeom>
          <a:solidFill>
            <a:srgbClr val="F1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tIns="137160"/>
          <a:lstStyle/>
          <a:p>
            <a:pPr algn="l"/>
            <a:r>
              <a:rPr sz="1800">
                <a:solidFill>
                  <a:srgbClr val="212529"/>
                </a:solidFill>
                <a:latin typeface="Consolas"/>
              </a:rPr>
              <a:t>export default async function ProductPage(</a:t>
            </a:r>
          </a:p>
          <a:p>
            <a:pPr algn="l"/>
            <a:r>
              <a:rPr sz="1800">
                <a:solidFill>
                  <a:srgbClr val="212529"/>
                </a:solidFill>
                <a:latin typeface="Consolas"/>
              </a:rPr>
              <a:t>  { params }: { params: Promise&lt;{ id: string }&gt; }) {</a:t>
            </a:r>
          </a:p>
          <a:p>
            <a:pPr algn="l"/>
            <a:r>
              <a:rPr sz="1800">
                <a:solidFill>
                  <a:srgbClr val="212529"/>
                </a:solidFill>
                <a:latin typeface="Consolas"/>
              </a:rPr>
              <a:t>  const { id } = await params;</a:t>
            </a:r>
          </a:p>
          <a:p>
            <a:pPr algn="l"/>
            <a:r>
              <a:rPr sz="1800">
                <a:solidFill>
                  <a:srgbClr val="212529"/>
                </a:solidFill>
                <a:latin typeface="Consolas"/>
              </a:rPr>
              <a:t>  const product = mockProducts.find((p) =&gt; p.id === Number(id));</a:t>
            </a:r>
          </a:p>
          <a:p>
            <a:pPr algn="l"/>
            <a:r>
              <a:rPr sz="1800">
                <a:solidFill>
                  <a:srgbClr val="212529"/>
                </a:solidFill>
                <a:latin typeface="Consolas"/>
              </a:rPr>
              <a:t>  if (!product) notFound();</a:t>
            </a:r>
          </a:p>
          <a:p>
            <a:pPr algn="l"/>
            <a:r>
              <a:rPr sz="1800">
                <a:solidFill>
                  <a:srgbClr val="212529"/>
                </a:solidFill>
                <a:latin typeface="Consolas"/>
              </a:rPr>
              <a:t>  return &lt;h1&gt;{product.name}&lt;/h1&gt;;</a:t>
            </a:r>
          </a:p>
          <a:p>
            <a:pPr algn="l"/>
            <a:r>
              <a:rPr sz="1800">
                <a:solidFill>
                  <a:srgbClr val="212529"/>
                </a:solidFill>
                <a:latin typeface="Consolas"/>
              </a:rPr>
              <a:t>}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/>
              <a:t>Bài 02: Routing, layout &amp; giao diện với Tailwind CSS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20040" y="1097280"/>
            <a:ext cx="11521440" cy="4434840"/>
          </a:xfrm>
        </p:spPr>
        <p:txBody>
          <a:bodyPr/>
          <a:lstStyle/>
          <a:p>
            <a:pPr>
              <a:spcBef>
                <a:spcPts val="400"/>
              </a:spcBef>
              <a:buChar char="❖"/>
            </a:pPr>
            <a:r>
              <a:rPr sz="2600"/>
              <a:t>loading.tsx: giao diện chờ</a:t>
            </a:r>
          </a:p>
          <a:p>
            <a:pPr>
              <a:spcBef>
                <a:spcPts val="400"/>
              </a:spcBef>
              <a:buChar char="❖"/>
            </a:pPr>
            <a:r>
              <a:rPr sz="2600"/>
              <a:t>error.tsx: giao diện lỗi (Client Component)</a:t>
            </a:r>
          </a:p>
          <a:p>
            <a:pPr>
              <a:spcBef>
                <a:spcPts val="400"/>
              </a:spcBef>
              <a:buChar char="❖"/>
            </a:pPr>
            <a:r>
              <a:rPr sz="2600"/>
              <a:t>not-found.tsx: trang 404</a:t>
            </a:r>
          </a:p>
          <a:p>
            <a:pPr>
              <a:spcBef>
                <a:spcPts val="400"/>
              </a:spcBef>
              <a:buChar char="❖"/>
            </a:pPr>
            <a:r>
              <a:rPr sz="2600"/>
              <a:t>Link: điều hướng không tải lại toàn trang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2"/>
          </p:nvPr>
        </p:nvSpPr>
        <p:spPr/>
        <p:txBody>
          <a:bodyPr/>
          <a:lstStyle/>
          <a:p>
            <a:r>
              <a:rPr sz="2200"/>
              <a:t>File đặc biệt</a:t>
            </a:r>
          </a:p>
        </p:txBody>
      </p:sp>
      <p:sp>
        <p:nvSpPr>
          <p:cNvPr id="5" name="Google Shape;28;p4"/>
          <p:cNvSpPr txBox="1">
            <a:spLocks noGrp="1"/>
          </p:cNvSpPr>
          <p:nvPr>
            <p:ph type="sldNum" idx="12"/>
          </p:nvPr>
        </p:nvSpPr>
        <p:spPr>
          <a:xfrm>
            <a:off x="9298142" y="6365059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3600"/>
            </a:lvl1pPr>
            <a:lvl2pPr marL="0" lvl="1" indent="0" algn="r">
              <a:spcBef>
                <a:spcPts val="0"/>
              </a:spcBef>
              <a:buNone/>
              <a:defRPr sz="3600"/>
            </a:lvl2pPr>
            <a:lvl3pPr marL="0" lvl="2" indent="0" algn="r">
              <a:spcBef>
                <a:spcPts val="0"/>
              </a:spcBef>
              <a:buNone/>
              <a:defRPr sz="3600"/>
            </a:lvl3pPr>
            <a:lvl4pPr marL="0" lvl="3" indent="0" algn="r">
              <a:spcBef>
                <a:spcPts val="0"/>
              </a:spcBef>
              <a:buNone/>
              <a:defRPr sz="3600"/>
            </a:lvl4pPr>
            <a:lvl5pPr marL="0" lvl="4" indent="0" algn="r">
              <a:spcBef>
                <a:spcPts val="0"/>
              </a:spcBef>
              <a:buNone/>
              <a:defRPr sz="3600"/>
            </a:lvl5pPr>
            <a:lvl6pPr marL="0" lvl="5" indent="0" algn="r">
              <a:spcBef>
                <a:spcPts val="0"/>
              </a:spcBef>
              <a:buNone/>
              <a:defRPr sz="3600"/>
            </a:lvl6pPr>
            <a:lvl7pPr marL="0" lvl="6" indent="0" algn="r">
              <a:spcBef>
                <a:spcPts val="0"/>
              </a:spcBef>
              <a:buNone/>
              <a:defRPr sz="3600"/>
            </a:lvl7pPr>
            <a:lvl8pPr marL="0" lvl="7" indent="0" algn="r">
              <a:spcBef>
                <a:spcPts val="0"/>
              </a:spcBef>
              <a:buNone/>
              <a:defRPr sz="3600"/>
            </a:lvl8pPr>
            <a:lvl9pPr marL="0" lvl="8" indent="0" algn="r">
              <a:spcBef>
                <a:spcPts val="0"/>
              </a:spcBef>
              <a:buNone/>
              <a:defRPr sz="3600"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/>
              <a:t>Bài 02: Routing, layout &amp; giao diện với Tailwind CSS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20040" y="1097280"/>
            <a:ext cx="5715000" cy="4434840"/>
          </a:xfrm>
        </p:spPr>
        <p:txBody>
          <a:bodyPr/>
          <a:lstStyle/>
          <a:p>
            <a:pPr>
              <a:spcBef>
                <a:spcPts val="400"/>
              </a:spcBef>
              <a:buChar char="❖"/>
            </a:pPr>
            <a:r>
              <a:rPr sz="2600"/>
              <a:t>Sidebar ẩn trên điện thoại, hiện từ md</a:t>
            </a:r>
          </a:p>
          <a:p>
            <a:pPr>
              <a:spcBef>
                <a:spcPts val="400"/>
              </a:spcBef>
              <a:buChar char="❖"/>
            </a:pPr>
            <a:r>
              <a:rPr sz="2600"/>
              <a:t>Layout không vẽ lại khi chuyển trang con</a:t>
            </a:r>
          </a:p>
          <a:p>
            <a:pPr>
              <a:spcBef>
                <a:spcPts val="400"/>
              </a:spcBef>
              <a:buChar char="❖"/>
            </a:pPr>
            <a:r>
              <a:rPr sz="2600"/>
              <a:t>metadata: tiêu đề từng trang</a:t>
            </a:r>
          </a:p>
          <a:p>
            <a:pPr>
              <a:spcBef>
                <a:spcPts val="400"/>
              </a:spcBef>
              <a:buChar char="❖"/>
            </a:pPr>
            <a:r>
              <a:rPr sz="2600"/>
              <a:t>Cây component: layout → trang → ProductCard, OrderTable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2"/>
          </p:nvPr>
        </p:nvSpPr>
        <p:spPr/>
        <p:txBody>
          <a:bodyPr/>
          <a:lstStyle/>
          <a:p>
            <a:r>
              <a:rPr sz="2200"/>
              <a:t>Layout quản trị</a:t>
            </a:r>
          </a:p>
        </p:txBody>
      </p:sp>
      <p:sp>
        <p:nvSpPr>
          <p:cNvPr id="5" name="Google Shape;28;p4"/>
          <p:cNvSpPr txBox="1">
            <a:spLocks noGrp="1"/>
          </p:cNvSpPr>
          <p:nvPr>
            <p:ph type="sldNum" idx="12"/>
          </p:nvPr>
        </p:nvSpPr>
        <p:spPr>
          <a:xfrm>
            <a:off x="9298142" y="6365059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3600"/>
            </a:lvl1pPr>
            <a:lvl2pPr marL="0" lvl="1" indent="0" algn="r">
              <a:spcBef>
                <a:spcPts val="0"/>
              </a:spcBef>
              <a:buNone/>
              <a:defRPr sz="3600"/>
            </a:lvl2pPr>
            <a:lvl3pPr marL="0" lvl="2" indent="0" algn="r">
              <a:spcBef>
                <a:spcPts val="0"/>
              </a:spcBef>
              <a:buNone/>
              <a:defRPr sz="3600"/>
            </a:lvl3pPr>
            <a:lvl4pPr marL="0" lvl="3" indent="0" algn="r">
              <a:spcBef>
                <a:spcPts val="0"/>
              </a:spcBef>
              <a:buNone/>
              <a:defRPr sz="3600"/>
            </a:lvl4pPr>
            <a:lvl5pPr marL="0" lvl="4" indent="0" algn="r">
              <a:spcBef>
                <a:spcPts val="0"/>
              </a:spcBef>
              <a:buNone/>
              <a:defRPr sz="3600"/>
            </a:lvl5pPr>
            <a:lvl6pPr marL="0" lvl="5" indent="0" algn="r">
              <a:spcBef>
                <a:spcPts val="0"/>
              </a:spcBef>
              <a:buNone/>
              <a:defRPr sz="3600"/>
            </a:lvl6pPr>
            <a:lvl7pPr marL="0" lvl="6" indent="0" algn="r">
              <a:spcBef>
                <a:spcPts val="0"/>
              </a:spcBef>
              <a:buNone/>
              <a:defRPr sz="3600"/>
            </a:lvl7pPr>
            <a:lvl8pPr marL="0" lvl="7" indent="0" algn="r">
              <a:spcBef>
                <a:spcPts val="0"/>
              </a:spcBef>
              <a:buNone/>
              <a:defRPr sz="3600"/>
            </a:lvl8pPr>
            <a:lvl9pPr marL="0" lvl="8" indent="0" algn="r">
              <a:spcBef>
                <a:spcPts val="0"/>
              </a:spcBef>
              <a:buNone/>
              <a:defRPr sz="3600"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6" name="Picture 5" descr="bai-02-cay-compon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603" y="1097280"/>
            <a:ext cx="5119914" cy="38862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/>
              <a:t>Bài 02: Routing, layout &amp; giao diện với Tailwind CSS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20040" y="1097280"/>
            <a:ext cx="5715000" cy="4434840"/>
          </a:xfrm>
        </p:spPr>
        <p:txBody>
          <a:bodyPr/>
          <a:lstStyle/>
          <a:p>
            <a:pPr>
              <a:spcBef>
                <a:spcPts val="400"/>
              </a:spcBef>
              <a:buChar char="❖"/>
            </a:pPr>
            <a:r>
              <a:rPr sz="2600"/>
              <a:t>Utility class trong JSX: p-4, text-xl, bg-blue-950</a:t>
            </a:r>
          </a:p>
          <a:p>
            <a:pPr>
              <a:spcBef>
                <a:spcPts val="400"/>
              </a:spcBef>
              <a:buChar char="❖"/>
            </a:pPr>
            <a:r>
              <a:rPr sz="2600"/>
              <a:t>Mobile-first: sm:, md:, lg: áp dụng từ kích thước đó trở lên</a:t>
            </a:r>
          </a:p>
          <a:p>
            <a:pPr>
              <a:spcBef>
                <a:spcPts val="400"/>
              </a:spcBef>
              <a:buChar char="❖"/>
            </a:pPr>
            <a:r>
              <a:rPr sz="2600"/>
              <a:t>grid-cols-1 md:grid-cols-3</a:t>
            </a:r>
          </a:p>
          <a:p>
            <a:pPr>
              <a:spcBef>
                <a:spcPts val="400"/>
              </a:spcBef>
              <a:buChar char="❖"/>
            </a:pPr>
            <a:r>
              <a:rPr sz="2600"/>
              <a:t>Viết đủ tên class, không ghép chuỗi động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2"/>
          </p:nvPr>
        </p:nvSpPr>
        <p:spPr/>
        <p:txBody>
          <a:bodyPr/>
          <a:lstStyle/>
          <a:p>
            <a:r>
              <a:rPr sz="2200"/>
              <a:t>Tailwind CSS</a:t>
            </a:r>
          </a:p>
        </p:txBody>
      </p:sp>
      <p:sp>
        <p:nvSpPr>
          <p:cNvPr id="5" name="Google Shape;28;p4"/>
          <p:cNvSpPr txBox="1">
            <a:spLocks noGrp="1"/>
          </p:cNvSpPr>
          <p:nvPr>
            <p:ph type="sldNum" idx="12"/>
          </p:nvPr>
        </p:nvSpPr>
        <p:spPr>
          <a:xfrm>
            <a:off x="9298142" y="6365059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3600"/>
            </a:lvl1pPr>
            <a:lvl2pPr marL="0" lvl="1" indent="0" algn="r">
              <a:spcBef>
                <a:spcPts val="0"/>
              </a:spcBef>
              <a:buNone/>
              <a:defRPr sz="3600"/>
            </a:lvl2pPr>
            <a:lvl3pPr marL="0" lvl="2" indent="0" algn="r">
              <a:spcBef>
                <a:spcPts val="0"/>
              </a:spcBef>
              <a:buNone/>
              <a:defRPr sz="3600"/>
            </a:lvl3pPr>
            <a:lvl4pPr marL="0" lvl="3" indent="0" algn="r">
              <a:spcBef>
                <a:spcPts val="0"/>
              </a:spcBef>
              <a:buNone/>
              <a:defRPr sz="3600"/>
            </a:lvl4pPr>
            <a:lvl5pPr marL="0" lvl="4" indent="0" algn="r">
              <a:spcBef>
                <a:spcPts val="0"/>
              </a:spcBef>
              <a:buNone/>
              <a:defRPr sz="3600"/>
            </a:lvl5pPr>
            <a:lvl6pPr marL="0" lvl="5" indent="0" algn="r">
              <a:spcBef>
                <a:spcPts val="0"/>
              </a:spcBef>
              <a:buNone/>
              <a:defRPr sz="3600"/>
            </a:lvl6pPr>
            <a:lvl7pPr marL="0" lvl="6" indent="0" algn="r">
              <a:spcBef>
                <a:spcPts val="0"/>
              </a:spcBef>
              <a:buNone/>
              <a:defRPr sz="3600"/>
            </a:lvl7pPr>
            <a:lvl8pPr marL="0" lvl="7" indent="0" algn="r">
              <a:spcBef>
                <a:spcPts val="0"/>
              </a:spcBef>
              <a:buNone/>
              <a:defRPr sz="3600"/>
            </a:lvl8pPr>
            <a:lvl9pPr marL="0" lvl="8" indent="0" algn="r">
              <a:spcBef>
                <a:spcPts val="0"/>
              </a:spcBef>
              <a:buNone/>
              <a:defRPr sz="3600"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6" name="Picture 5" descr="bai-02-breakpoi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603" y="1097280"/>
            <a:ext cx="5119914" cy="38862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/>
              <a:t>Bài 02: Routing, layout &amp; giao diện với Tailwind CSS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20040" y="1097280"/>
            <a:ext cx="11521440" cy="1330960"/>
          </a:xfrm>
        </p:spPr>
        <p:txBody>
          <a:bodyPr/>
          <a:lstStyle/>
          <a:p>
            <a:pPr>
              <a:spcBef>
                <a:spcPts val="400"/>
              </a:spcBef>
              <a:buChar char="❖"/>
            </a:pPr>
            <a:r>
              <a:rPr sz="2600"/>
              <a:t>Mã component chép vào components/ui</a:t>
            </a:r>
          </a:p>
          <a:p>
            <a:pPr>
              <a:spcBef>
                <a:spcPts val="400"/>
              </a:spcBef>
              <a:buChar char="❖"/>
            </a:pPr>
            <a:r>
              <a:rPr sz="2600"/>
              <a:t>Sửa theo nhận diện LHU được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2"/>
          </p:nvPr>
        </p:nvSpPr>
        <p:spPr/>
        <p:txBody>
          <a:bodyPr/>
          <a:lstStyle/>
          <a:p>
            <a:r>
              <a:rPr sz="2200"/>
              <a:t>shadcn/ui</a:t>
            </a:r>
          </a:p>
        </p:txBody>
      </p:sp>
      <p:sp>
        <p:nvSpPr>
          <p:cNvPr id="5" name="Google Shape;28;p4"/>
          <p:cNvSpPr txBox="1">
            <a:spLocks noGrp="1"/>
          </p:cNvSpPr>
          <p:nvPr>
            <p:ph type="sldNum" idx="12"/>
          </p:nvPr>
        </p:nvSpPr>
        <p:spPr>
          <a:xfrm>
            <a:off x="9298142" y="6365059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3600"/>
            </a:lvl1pPr>
            <a:lvl2pPr marL="0" lvl="1" indent="0" algn="r">
              <a:spcBef>
                <a:spcPts val="0"/>
              </a:spcBef>
              <a:buNone/>
              <a:defRPr sz="3600"/>
            </a:lvl2pPr>
            <a:lvl3pPr marL="0" lvl="2" indent="0" algn="r">
              <a:spcBef>
                <a:spcPts val="0"/>
              </a:spcBef>
              <a:buNone/>
              <a:defRPr sz="3600"/>
            </a:lvl3pPr>
            <a:lvl4pPr marL="0" lvl="3" indent="0" algn="r">
              <a:spcBef>
                <a:spcPts val="0"/>
              </a:spcBef>
              <a:buNone/>
              <a:defRPr sz="3600"/>
            </a:lvl4pPr>
            <a:lvl5pPr marL="0" lvl="4" indent="0" algn="r">
              <a:spcBef>
                <a:spcPts val="0"/>
              </a:spcBef>
              <a:buNone/>
              <a:defRPr sz="3600"/>
            </a:lvl5pPr>
            <a:lvl6pPr marL="0" lvl="5" indent="0" algn="r">
              <a:spcBef>
                <a:spcPts val="0"/>
              </a:spcBef>
              <a:buNone/>
              <a:defRPr sz="3600"/>
            </a:lvl6pPr>
            <a:lvl7pPr marL="0" lvl="6" indent="0" algn="r">
              <a:spcBef>
                <a:spcPts val="0"/>
              </a:spcBef>
              <a:buNone/>
              <a:defRPr sz="3600"/>
            </a:lvl7pPr>
            <a:lvl8pPr marL="0" lvl="7" indent="0" algn="r">
              <a:spcBef>
                <a:spcPts val="0"/>
              </a:spcBef>
              <a:buNone/>
              <a:defRPr sz="3600"/>
            </a:lvl8pPr>
            <a:lvl9pPr marL="0" lvl="8" indent="0" algn="r">
              <a:spcBef>
                <a:spcPts val="0"/>
              </a:spcBef>
              <a:buNone/>
              <a:defRPr sz="3600"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411479" y="2519680"/>
            <a:ext cx="11338560" cy="845820"/>
          </a:xfrm>
          <a:prstGeom prst="rect">
            <a:avLst/>
          </a:prstGeom>
          <a:solidFill>
            <a:srgbClr val="F1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tIns="137160"/>
          <a:lstStyle/>
          <a:p>
            <a:pPr algn="l"/>
            <a:r>
              <a:rPr sz="1800">
                <a:solidFill>
                  <a:srgbClr val="212529"/>
                </a:solidFill>
                <a:latin typeface="Consolas"/>
              </a:rPr>
              <a:t>npx shadcn@latest init</a:t>
            </a:r>
          </a:p>
          <a:p>
            <a:pPr algn="l"/>
            <a:r>
              <a:rPr sz="1800">
                <a:solidFill>
                  <a:srgbClr val="212529"/>
                </a:solidFill>
                <a:latin typeface="Consolas"/>
              </a:rPr>
              <a:t>npx shadcn@latest add button card table dialog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/>
              <a:t>Bài 02: Routing, layout &amp; giao diện với Tailwind CSS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20040" y="1097280"/>
            <a:ext cx="5715000" cy="4434840"/>
          </a:xfrm>
        </p:spPr>
        <p:txBody>
          <a:bodyPr/>
          <a:lstStyle/>
          <a:p>
            <a:pPr>
              <a:spcBef>
                <a:spcPts val="400"/>
              </a:spcBef>
              <a:buChar char="❖"/>
            </a:pPr>
            <a:r>
              <a:rPr sz="2600"/>
              <a:t>Đưa AI: ảnh thiết kế, bảng route, AGENTS.md</a:t>
            </a:r>
          </a:p>
          <a:p>
            <a:pPr>
              <a:spcBef>
                <a:spcPts val="400"/>
              </a:spcBef>
              <a:buChar char="❖"/>
            </a:pPr>
            <a:r>
              <a:rPr sz="2600"/>
              <a:t>Yêu cầu dùng shadcn/ui và class Tailwind</a:t>
            </a:r>
          </a:p>
          <a:p>
            <a:pPr>
              <a:spcBef>
                <a:spcPts val="400"/>
              </a:spcBef>
              <a:buChar char="❖"/>
            </a:pPr>
            <a:r>
              <a:rPr sz="2600"/>
              <a:t>Kiểm tra: màu, khoảng cách, responsive 3 kích thước</a:t>
            </a:r>
          </a:p>
          <a:p>
            <a:pPr>
              <a:spcBef>
                <a:spcPts val="400"/>
              </a:spcBef>
              <a:buChar char="❖"/>
            </a:pPr>
            <a:r>
              <a:rPr sz="2600"/>
              <a:t>Loại bỏ thư viện UI lạ do AI tự thêm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2"/>
          </p:nvPr>
        </p:nvSpPr>
        <p:spPr/>
        <p:txBody>
          <a:bodyPr/>
          <a:lstStyle/>
          <a:p>
            <a:r>
              <a:rPr sz="2200"/>
              <a:t>Từ Figma đến mã</a:t>
            </a:r>
          </a:p>
        </p:txBody>
      </p:sp>
      <p:sp>
        <p:nvSpPr>
          <p:cNvPr id="5" name="Google Shape;28;p4"/>
          <p:cNvSpPr txBox="1">
            <a:spLocks noGrp="1"/>
          </p:cNvSpPr>
          <p:nvPr>
            <p:ph type="sldNum" idx="12"/>
          </p:nvPr>
        </p:nvSpPr>
        <p:spPr>
          <a:xfrm>
            <a:off x="9298142" y="6365059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3600"/>
            </a:lvl1pPr>
            <a:lvl2pPr marL="0" lvl="1" indent="0" algn="r">
              <a:spcBef>
                <a:spcPts val="0"/>
              </a:spcBef>
              <a:buNone/>
              <a:defRPr sz="3600"/>
            </a:lvl2pPr>
            <a:lvl3pPr marL="0" lvl="2" indent="0" algn="r">
              <a:spcBef>
                <a:spcPts val="0"/>
              </a:spcBef>
              <a:buNone/>
              <a:defRPr sz="3600"/>
            </a:lvl3pPr>
            <a:lvl4pPr marL="0" lvl="3" indent="0" algn="r">
              <a:spcBef>
                <a:spcPts val="0"/>
              </a:spcBef>
              <a:buNone/>
              <a:defRPr sz="3600"/>
            </a:lvl4pPr>
            <a:lvl5pPr marL="0" lvl="4" indent="0" algn="r">
              <a:spcBef>
                <a:spcPts val="0"/>
              </a:spcBef>
              <a:buNone/>
              <a:defRPr sz="3600"/>
            </a:lvl5pPr>
            <a:lvl6pPr marL="0" lvl="5" indent="0" algn="r">
              <a:spcBef>
                <a:spcPts val="0"/>
              </a:spcBef>
              <a:buNone/>
              <a:defRPr sz="3600"/>
            </a:lvl6pPr>
            <a:lvl7pPr marL="0" lvl="6" indent="0" algn="r">
              <a:spcBef>
                <a:spcPts val="0"/>
              </a:spcBef>
              <a:buNone/>
              <a:defRPr sz="3600"/>
            </a:lvl7pPr>
            <a:lvl8pPr marL="0" lvl="7" indent="0" algn="r">
              <a:spcBef>
                <a:spcPts val="0"/>
              </a:spcBef>
              <a:buNone/>
              <a:defRPr sz="3600"/>
            </a:lvl8pPr>
            <a:lvl9pPr marL="0" lvl="8" indent="0" algn="r">
              <a:spcBef>
                <a:spcPts val="0"/>
              </a:spcBef>
              <a:buNone/>
              <a:defRPr sz="3600"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6" name="Picture 5" descr="bai-02-figma-m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603" y="1097280"/>
            <a:ext cx="5119914" cy="38862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/>
              <a:t>Bài 02: Routing, layout &amp; giao diện với Tailwind CSS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20040" y="1097280"/>
            <a:ext cx="11521440" cy="4434840"/>
          </a:xfrm>
        </p:spPr>
        <p:txBody>
          <a:bodyPr/>
          <a:lstStyle/>
          <a:p>
            <a:pPr>
              <a:spcBef>
                <a:spcPts val="400"/>
              </a:spcBef>
              <a:buChar char="❖"/>
            </a:pPr>
            <a:r>
              <a:rPr b="1" sz="2600"/>
              <a:t>Có hướng dẫn</a:t>
            </a:r>
            <a:r>
              <a:rPr sz="2600"/>
              <a:t>: khung (shop) và admin, lưới món, route động, bảng ánh xạ</a:t>
            </a:r>
          </a:p>
          <a:p>
            <a:pPr>
              <a:spcBef>
                <a:spcPts val="400"/>
              </a:spcBef>
              <a:buChar char="❖"/>
            </a:pPr>
            <a:r>
              <a:rPr b="1" sz="2600"/>
              <a:t>Không hướng dẫn</a:t>
            </a:r>
            <a:r>
              <a:rPr sz="2600"/>
              <a:t>: /counters và /counters/[id] responsive</a:t>
            </a:r>
          </a:p>
          <a:p>
            <a:pPr>
              <a:spcBef>
                <a:spcPts val="400"/>
              </a:spcBef>
              <a:buChar char="❖"/>
            </a:pPr>
            <a:r>
              <a:rPr b="1" sz="2600"/>
              <a:t>Nhóm</a:t>
            </a:r>
            <a:r>
              <a:rPr sz="2600"/>
              <a:t>: sơ đồ chức năng, sitemap, bảng ánh xạ, khung route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2"/>
          </p:nvPr>
        </p:nvSpPr>
        <p:spPr/>
        <p:txBody>
          <a:bodyPr/>
          <a:lstStyle/>
          <a:p>
            <a:r>
              <a:rPr sz="2200"/>
              <a:t>Thực hành</a:t>
            </a:r>
          </a:p>
        </p:txBody>
      </p:sp>
      <p:sp>
        <p:nvSpPr>
          <p:cNvPr id="5" name="Google Shape;28;p4"/>
          <p:cNvSpPr txBox="1">
            <a:spLocks noGrp="1"/>
          </p:cNvSpPr>
          <p:nvPr>
            <p:ph type="sldNum" idx="12"/>
          </p:nvPr>
        </p:nvSpPr>
        <p:spPr>
          <a:xfrm>
            <a:off x="9298142" y="6365059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3600"/>
            </a:lvl1pPr>
            <a:lvl2pPr marL="0" lvl="1" indent="0" algn="r">
              <a:spcBef>
                <a:spcPts val="0"/>
              </a:spcBef>
              <a:buNone/>
              <a:defRPr sz="3600"/>
            </a:lvl2pPr>
            <a:lvl3pPr marL="0" lvl="2" indent="0" algn="r">
              <a:spcBef>
                <a:spcPts val="0"/>
              </a:spcBef>
              <a:buNone/>
              <a:defRPr sz="3600"/>
            </a:lvl3pPr>
            <a:lvl4pPr marL="0" lvl="3" indent="0" algn="r">
              <a:spcBef>
                <a:spcPts val="0"/>
              </a:spcBef>
              <a:buNone/>
              <a:defRPr sz="3600"/>
            </a:lvl4pPr>
            <a:lvl5pPr marL="0" lvl="4" indent="0" algn="r">
              <a:spcBef>
                <a:spcPts val="0"/>
              </a:spcBef>
              <a:buNone/>
              <a:defRPr sz="3600"/>
            </a:lvl5pPr>
            <a:lvl6pPr marL="0" lvl="5" indent="0" algn="r">
              <a:spcBef>
                <a:spcPts val="0"/>
              </a:spcBef>
              <a:buNone/>
              <a:defRPr sz="3600"/>
            </a:lvl6pPr>
            <a:lvl7pPr marL="0" lvl="6" indent="0" algn="r">
              <a:spcBef>
                <a:spcPts val="0"/>
              </a:spcBef>
              <a:buNone/>
              <a:defRPr sz="3600"/>
            </a:lvl7pPr>
            <a:lvl8pPr marL="0" lvl="7" indent="0" algn="r">
              <a:spcBef>
                <a:spcPts val="0"/>
              </a:spcBef>
              <a:buNone/>
              <a:defRPr sz="3600"/>
            </a:lvl8pPr>
            <a:lvl9pPr marL="0" lvl="8" indent="0" algn="r">
              <a:spcBef>
                <a:spcPts val="0"/>
              </a:spcBef>
              <a:buNone/>
              <a:defRPr sz="3600"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/>
              <a:t>Bài 02: Routing, layout &amp; giao diện với Tailwind CSS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20040" y="1097280"/>
            <a:ext cx="11521440" cy="4434840"/>
          </a:xfrm>
        </p:spPr>
        <p:txBody>
          <a:bodyPr/>
          <a:lstStyle/>
          <a:p>
            <a:pPr>
              <a:spcBef>
                <a:spcPts val="400"/>
              </a:spcBef>
              <a:buChar char="❖"/>
            </a:pPr>
            <a:r>
              <a:rPr sz="2600"/>
              <a:t>Phân tích route trước khi code</a:t>
            </a:r>
          </a:p>
          <a:p>
            <a:pPr>
              <a:spcBef>
                <a:spcPts val="400"/>
              </a:spcBef>
              <a:buChar char="❖"/>
            </a:pPr>
            <a:r>
              <a:rPr sz="2600"/>
              <a:t>Route group, route động, layout dùng chung</a:t>
            </a:r>
          </a:p>
          <a:p>
            <a:pPr>
              <a:spcBef>
                <a:spcPts val="400"/>
              </a:spcBef>
              <a:buChar char="❖"/>
            </a:pPr>
            <a:r>
              <a:rPr sz="2600"/>
              <a:t>Tailwind mobile-first, shadcn/ui</a:t>
            </a:r>
          </a:p>
          <a:p>
            <a:pPr>
              <a:spcBef>
                <a:spcPts val="400"/>
              </a:spcBef>
              <a:buChar char="❖"/>
            </a:pPr>
            <a:r>
              <a:rPr sz="2600"/>
              <a:t>Buổi sau: lấy dữ liệu thật từ API, Checkpoint Sprint 1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2"/>
          </p:nvPr>
        </p:nvSpPr>
        <p:spPr/>
        <p:txBody>
          <a:bodyPr/>
          <a:lstStyle/>
          <a:p>
            <a:r>
              <a:rPr sz="2200"/>
              <a:t>Tổng kết</a:t>
            </a:r>
          </a:p>
        </p:txBody>
      </p:sp>
      <p:sp>
        <p:nvSpPr>
          <p:cNvPr id="5" name="Google Shape;28;p4"/>
          <p:cNvSpPr txBox="1">
            <a:spLocks noGrp="1"/>
          </p:cNvSpPr>
          <p:nvPr>
            <p:ph type="sldNum" idx="12"/>
          </p:nvPr>
        </p:nvSpPr>
        <p:spPr>
          <a:xfrm>
            <a:off x="9298142" y="6365059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3600"/>
            </a:lvl1pPr>
            <a:lvl2pPr marL="0" lvl="1" indent="0" algn="r">
              <a:spcBef>
                <a:spcPts val="0"/>
              </a:spcBef>
              <a:buNone/>
              <a:defRPr sz="3600"/>
            </a:lvl2pPr>
            <a:lvl3pPr marL="0" lvl="2" indent="0" algn="r">
              <a:spcBef>
                <a:spcPts val="0"/>
              </a:spcBef>
              <a:buNone/>
              <a:defRPr sz="3600"/>
            </a:lvl3pPr>
            <a:lvl4pPr marL="0" lvl="3" indent="0" algn="r">
              <a:spcBef>
                <a:spcPts val="0"/>
              </a:spcBef>
              <a:buNone/>
              <a:defRPr sz="3600"/>
            </a:lvl4pPr>
            <a:lvl5pPr marL="0" lvl="4" indent="0" algn="r">
              <a:spcBef>
                <a:spcPts val="0"/>
              </a:spcBef>
              <a:buNone/>
              <a:defRPr sz="3600"/>
            </a:lvl5pPr>
            <a:lvl6pPr marL="0" lvl="5" indent="0" algn="r">
              <a:spcBef>
                <a:spcPts val="0"/>
              </a:spcBef>
              <a:buNone/>
              <a:defRPr sz="3600"/>
            </a:lvl6pPr>
            <a:lvl7pPr marL="0" lvl="6" indent="0" algn="r">
              <a:spcBef>
                <a:spcPts val="0"/>
              </a:spcBef>
              <a:buNone/>
              <a:defRPr sz="3600"/>
            </a:lvl7pPr>
            <a:lvl8pPr marL="0" lvl="7" indent="0" algn="r">
              <a:spcBef>
                <a:spcPts val="0"/>
              </a:spcBef>
              <a:buNone/>
              <a:defRPr sz="3600"/>
            </a:lvl8pPr>
            <a:lvl9pPr marL="0" lvl="8" indent="0" algn="r">
              <a:spcBef>
                <a:spcPts val="0"/>
              </a:spcBef>
              <a:buNone/>
              <a:defRPr sz="3600"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/>
              <a:t>Bài 02: Routing, layout &amp; giao diện với Tailwind CSS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20040" y="1097280"/>
            <a:ext cx="11521440" cy="4434840"/>
          </a:xfrm>
        </p:spPr>
        <p:txBody>
          <a:bodyPr/>
          <a:lstStyle/>
          <a:p>
            <a:pPr marL="0" indent="0">
              <a:spcBef>
                <a:spcPts val="400"/>
              </a:spcBef>
              <a:buNone/>
            </a:pPr>
            <a:r>
              <a:rPr b="1" sz="2600">
                <a:solidFill>
                  <a:srgbClr val="0033CC"/>
                </a:solidFill>
              </a:rPr>
              <a:t>Đọc thêm</a:t>
            </a:r>
          </a:p>
          <a:p>
            <a:pPr>
              <a:spcBef>
                <a:spcPts val="400"/>
              </a:spcBef>
              <a:buChar char="❖"/>
            </a:pPr>
            <a:r>
              <a:rPr sz="2600"/>
              <a:t>SRS LHU Food: mục 5.1 (module), 5.14.2 (trang web), 8 (danh mục API)</a:t>
            </a:r>
          </a:p>
          <a:p>
            <a:pPr>
              <a:spcBef>
                <a:spcPts val="400"/>
              </a:spcBef>
              <a:buChar char="❖"/>
            </a:pPr>
            <a:r>
              <a:rPr sz="2600"/>
              <a:t>Next.js: Layouts and Pages, Route Groups</a:t>
            </a:r>
          </a:p>
          <a:p>
            <a:pPr>
              <a:spcBef>
                <a:spcPts val="400"/>
              </a:spcBef>
              <a:buChar char="❖"/>
            </a:pPr>
            <a:r>
              <a:rPr sz="2600"/>
              <a:t>Tailwind CSS: Responsive design; shadcn/ui cho Next.js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2"/>
          </p:nvPr>
        </p:nvSpPr>
        <p:spPr/>
        <p:txBody>
          <a:bodyPr/>
          <a:lstStyle/>
          <a:p>
            <a:r>
              <a:rPr sz="2200"/>
              <a:t>Tài liệu của buổi</a:t>
            </a:r>
          </a:p>
        </p:txBody>
      </p:sp>
      <p:sp>
        <p:nvSpPr>
          <p:cNvPr id="5" name="Google Shape;28;p4"/>
          <p:cNvSpPr txBox="1">
            <a:spLocks noGrp="1"/>
          </p:cNvSpPr>
          <p:nvPr>
            <p:ph type="sldNum" idx="12"/>
          </p:nvPr>
        </p:nvSpPr>
        <p:spPr>
          <a:xfrm>
            <a:off x="9298142" y="6365059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3600"/>
            </a:lvl1pPr>
            <a:lvl2pPr marL="0" lvl="1" indent="0" algn="r">
              <a:spcBef>
                <a:spcPts val="0"/>
              </a:spcBef>
              <a:buNone/>
              <a:defRPr sz="3600"/>
            </a:lvl2pPr>
            <a:lvl3pPr marL="0" lvl="2" indent="0" algn="r">
              <a:spcBef>
                <a:spcPts val="0"/>
              </a:spcBef>
              <a:buNone/>
              <a:defRPr sz="3600"/>
            </a:lvl3pPr>
            <a:lvl4pPr marL="0" lvl="3" indent="0" algn="r">
              <a:spcBef>
                <a:spcPts val="0"/>
              </a:spcBef>
              <a:buNone/>
              <a:defRPr sz="3600"/>
            </a:lvl4pPr>
            <a:lvl5pPr marL="0" lvl="4" indent="0" algn="r">
              <a:spcBef>
                <a:spcPts val="0"/>
              </a:spcBef>
              <a:buNone/>
              <a:defRPr sz="3600"/>
            </a:lvl5pPr>
            <a:lvl6pPr marL="0" lvl="5" indent="0" algn="r">
              <a:spcBef>
                <a:spcPts val="0"/>
              </a:spcBef>
              <a:buNone/>
              <a:defRPr sz="3600"/>
            </a:lvl6pPr>
            <a:lvl7pPr marL="0" lvl="6" indent="0" algn="r">
              <a:spcBef>
                <a:spcPts val="0"/>
              </a:spcBef>
              <a:buNone/>
              <a:defRPr sz="3600"/>
            </a:lvl7pPr>
            <a:lvl8pPr marL="0" lvl="7" indent="0" algn="r">
              <a:spcBef>
                <a:spcPts val="0"/>
              </a:spcBef>
              <a:buNone/>
              <a:defRPr sz="3600"/>
            </a:lvl8pPr>
            <a:lvl9pPr marL="0" lvl="8" indent="0" algn="r">
              <a:spcBef>
                <a:spcPts val="0"/>
              </a:spcBef>
              <a:buNone/>
              <a:defRPr sz="3600"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AccentBoxVTI">
  <a:themeElements>
    <a:clrScheme name="AccentBoxVTI">
      <a:dk1>
        <a:srgbClr val="000000"/>
      </a:dk1>
      <a:lt1>
        <a:srgbClr val="FFFFFF"/>
      </a:lt1>
      <a:dk2>
        <a:srgbClr val="262626"/>
      </a:dk2>
      <a:lt2>
        <a:srgbClr val="FFFFFF"/>
      </a:lt2>
      <a:accent1>
        <a:srgbClr val="F5A700"/>
      </a:accent1>
      <a:accent2>
        <a:srgbClr val="00A5AB"/>
      </a:accent2>
      <a:accent3>
        <a:srgbClr val="09963B"/>
      </a:accent3>
      <a:accent4>
        <a:srgbClr val="E64823"/>
      </a:accent4>
      <a:accent5>
        <a:srgbClr val="9C6A6A"/>
      </a:accent5>
      <a:accent6>
        <a:srgbClr val="824F8C"/>
      </a:accent6>
      <a:hlink>
        <a:srgbClr val="2998E3"/>
      </a:hlink>
      <a:folHlink>
        <a:srgbClr val="7F723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173</Words>
  <Application>Microsoft Office PowerPoint</Application>
  <PresentationFormat>Widescreen</PresentationFormat>
  <Paragraphs>24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12" baseType="lpstr">
      <vt:lpstr>Arial</vt:lpstr>
      <vt:lpstr>Avenir</vt:lpstr>
      <vt:lpstr>Roboto Black</vt:lpstr>
      <vt:lpstr>Quattrocento Sans</vt:lpstr>
      <vt:lpstr>Roboto</vt:lpstr>
      <vt:lpstr>Calibri</vt:lpstr>
      <vt:lpstr>Roboto Medium</vt:lpstr>
      <vt:lpstr>AccentBoxVTI</vt:lpstr>
      <vt:lpstr>LẬP TRÌNH  HƯỚNG ĐỐI TƯỢNG</vt:lpstr>
      <vt:lpstr>Repository Pattern</vt:lpstr>
      <vt:lpstr>Repository Pattern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NGUYEN MINH PHUC</cp:lastModifiedBy>
  <cp:revision>1</cp:revision>
  <dcterms:modified xsi:type="dcterms:W3CDTF">2026-10-31T01:21:49Z</dcterms:modified>
</cp:coreProperties>
</file>