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CLO1, CLO2. Chuẩn bị tài khoản customer, staff, admin trên API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kiểm tra phiên bản Next.js trước khi tạo proxy.ts hay middleware.ts.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05: Xác thực, phân quyền &amp; bảo mật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2 · Người dùng &amp; Tương tác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phân quyền thành ma trận vai trò × chức năng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Đăng nhập bằng JWT của backend, cookie httpOnly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Bảo vệ route bằng proxy và kiểm tra lại ở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Nhận diện rủi ro web, kiểm thử truy cập trái phép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Menu quản trị đã ẩn với sinh viên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Gõ thẳng /admin/products: trang có mở không?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Ẩn menu không phải là phân quyền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Luồng xác thực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Form ─▶ Server Action ─POST /auth/login─▶ API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◀─ Set-Cookie: access_token, refresh_token (httpOnly)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Request sau: cookie ─▶ Next.js ─Bearer token─▶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Cookie httpOnly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httpOnly: JavaScript không đọc được → XSS không lấy được token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Secure: chỉ gửi qua HTTPS khi chạy thật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SameSite=Lax: không gửi kèm POST từ trang khác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lưu token trong localStorage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loginAction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Zod, gọi POST /auth/login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401 → "Email hoặc mật khẩu không đúng" (BR-03)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403 → "Tài khoản đã bị khóa"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cookie, chuyển hướng theo vai trò hoặc tham số next an toàn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Ma trận phân quyền (CLO1)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/menu: mọi người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/checkout, /orders, /profile: đã đăng nhập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/admin/orders: staff, admin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/admin/products, /admin/users: chỉ admin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Nhóm lập ma trận cho toàn bộ route của web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Lớp 1 – proxy.ts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 16: proxy.ts, hàm proxy (bản 15: middleware.ts)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Chưa đăng nhập → /login?next=...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Sai vai trò → trang 403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đọc vai trò trong JWT, không xác minh chữ ký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Vì sao không chỉ dùng proxy?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CVE-2025-29927: một header bỏ qua toàn bộ middleware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Ứng dụng chỉ dựa vào middleware bị mở toang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proxy chỉ để chuyển hướng sớm, cho trải nghiệm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Bảo vệ thật nằm ở server và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Lớp 2 – Data Access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const getCurrentUser = cache(async () =&gt;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token = await getAccessToken();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res = await fetch(`${API}/users/me`, { headers: { Authorization: `Bearer ${token}` }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res.ok ? res.json() : null;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// trong trang/Server Action: await requireRole('admin');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Lớp 3 –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Token không đủ quyền → 403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Khách xem đơn của người khác → 404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 lớp, ba nhiệm vụ: trải nghiệm, trang,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Làm mới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access_token: cookie 14 phút (JWT 15 phút)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refresh_token: 7 ngày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Hết access → proxy gọi POST /auth/refresh, ghi cặp mới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Refresh thất bại → về 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Gọi API kèm token và đăng xuất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apiAuth: chỉ chạy ở server, cache: 'no-store'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cache dữ liệu riêng của từng người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Đăng xuất: POST /auth/logout, xóa cookie, xóa giỏ (US-C13)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Rủi ro bảo mật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soát truy cập hỏng (OWASP A01): gõ URL, đổi mã đơn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XSS: React tự mã hóa, tránh dangerouslySetInnerHTML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CSRF: SameSite + Server Action kiểm tra Origin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Lộ bí mật: NEXT_PUBLIC_* gửi xuống trình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CORS và open redirect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 gọi API từ server: không cần mở CORS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bật CORS * cho API có xác thực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next=https://trang-gia.com → chỉ nhận đường dẫn bắt đầu bằng "/"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case phân quyền (CLO2)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TC-21 chưa đăng nhập vào /admin/orders → /login?next=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TC-22 customer vào /admin/orders → 403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TC-24 token customer gọi PATCH /orders/12/status → API 403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TC-26 document.cookie không thấy access_token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TC-28 đăng xuất rồi Back → không vào lại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Có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/login, cookie, proxy, DAL, header, đăng xuất, TC-21…28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trang /profile + 4 tình huống truy cập trái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ma trận phân quyền, xác thực ba lớp, test case mọi ô "✘"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Token trong cookie httpOnly, không trong localStorage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 lớp kiểm tra: proxy, DAL, API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ô "✘" trong ma trận cần một test case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Server Actions, màn hình quầy, Checkpoint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tiêu chí US-G05, C13, S01, A01; BR-03; mục 8 (/auth)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Next.js: Authentication, proxy.js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OWASP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05: Xác thực, phân quyền &amp; bảo mật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