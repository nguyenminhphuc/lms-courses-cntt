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CLO1–CLO4. Cuối buổi là Checkpoint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một điện thoại cài ứng dụng của nhóm để demo TC-51; chấm checkpoint theo đủ 4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09: Màn hình quầy thời gian thực với Socket.IO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3 · Checkpoint Sprint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Socket.IO trong Client Component có xác thực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Kết nối lại, token hết hạn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Sơ đồ tuần tự web – mobile – backend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realtime, báo cáo Sprint 3, kế hoạch Sprint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Màn hình quầy tải lại 15 giây một lần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Giờ cao điểm: 15 giây = ba sinh viên đứng chờ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Mục tiêu: dưới 1 giây, có tiếng "ting"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Hai quy tắc giữ nguyên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Socket chỉ để báo tin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Thao tác ghi vẫn qua REST và stored procedure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Lưu trước, gửi sau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Như Chương 9 giáo trình di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Khác biệt trên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Socket chỉ tạo trong Client Component, trong useEffect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Token trong cookie httpOnly: JS không đọc được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Xin token qua /api/socket-token, giữ trong bộ nhớ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Bị từ chối (connect_error): không tự kết nối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Route Handler cấp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Thêm vào matcher của proxy để token được làm mới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async function GET()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user = await getCurrentUser();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(!user || !['staff', 'admin'].includes(user.role))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return Response.json({}, { status: 401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Response.json({ token: await getAccessToken()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Kết nối với auth dạng hàm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Gọi lại ở mỗi lần kết nối lại → luôn có token mới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socket = io(process.env.NEXT_PUBLIC_SOCKET_URL!,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transports: ['websocket'],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auth: (cb) =&gt; fetch('/api/socket-token')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.then((r) =&gt; r.json()).then((d) =&gt; cb({ token: d.token })),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Lắng nghe sự kiện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connect → router.refresh(): bù đơn đã lỡ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order:new → âm báo + router.refresh()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order:updated → router.refresh(): đồng bộ nhiều nhân viên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connect_error → thử lại sau 3 giây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Socket là chuông báo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Dữ liệu luôn lấy lại từ API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chèn thẳng dữ liệu sự kiện vào danh sách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nguồn sự thật: SQL Server qua API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khi nào có thể dùng dữ liệu trong sự kiện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Trải nghiệm nhân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Nút "Bật âm báo": trình duyệt chặn tự phát âm thanh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Trạng thái kết nối bằng chữ, aria-live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Strict Mode: kết nối rồi ngắt một lần khi dev là bình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Backend nhóm cần bổ 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admin cũng vào room staff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toStaff('order:updated') sau đổi trạng thái, hủy đơn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CORS cho địa chỉ web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Cùng JWT_SECRET cho REST và 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Sơ đồ tuần tự (CLO1)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Mobile ─POST /orders─▶ API ─sp_Order_Create─▶ SQL Server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API ─order:new (staff)─▶ Web quầy ─GET /orders/staff─▶ API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Web A ─PATCH status─▶ API ─order:status─▶ Mobile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               └─order:updated─▶ Web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realtime (CLO2)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TC-51 khách đặt trên điện thoại → hai cửa sổ quầy hiện đơn ≤ 2 giây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TC-52 nhân viên A đổi trạng thái → cửa sổ B tự cập nhật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TC-53 mất mạng 30 giây → có lại thì hiện đơn đã lỡ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TC-54 token hết hạn → kết nối lại không phải đăng nhập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TC-55, 56 token customer / token sai → không vào room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Báo cáo Sprint 3 (CLO3)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module quản trị, ERD quản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Danh mục stored procedure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Sơ đồ tuần tự realtime (số hình, chú thích)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Kết quả hồi quy trên backend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Kế hoạch Sprint 4 (CLO4)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Sprint cuối: kiểm thử tự động, triển khai, báo cáo, Demo Day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Velocity ba sprint → phạm vi phát hành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Bỏ story "Could" nếu không đủ năng lực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Dành thời gian sửa lỗi và viết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Checkpoint Sprint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Demo quản trị + quầy realtime, web và mobile cùng backend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quản trị, ERD, danh mục thủ tục, sơ đồ tuần tự (CLO1)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quản trị, realtime, hồi quy + kết quả (CLO2)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Sprint 3 (CLO3); kế hoạch Sprint 4, báo cáo vai trò cá nhân (CLO4)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Socket trong Client Component, token xin từ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Kết nối lại thì làm mới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realtime cần nhiều phiên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Sprint 4, kiểm thử tự động, hiệu năng,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US-S02, S03, US-SYS01; F08.1, F09.1–F09.2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Giáo trình di động: Chương 9 (Socket.IO trong NestJS)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Socket.IO: use with Next.js, client options (auth); MDN Web Audio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09: Màn hình quầy thời gian thực với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