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tiết lý thuyết, 3 tiết thực hành. CLO1. Từ buổi này nhóm không dùng API mẫu nữa.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Kiểm tra mỗi nhóm đã có backend chạy được trước buổi học; nhóm chưa có thì ghép tạm với API mẫu và lập kế hoạch bù.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6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Lập trình ứng dụng web (111102)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07: Module quản trị trên backend của nhóm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Lập trình ứng dụng web (111102)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Sprint 3 · Quản trị &amp; Realtime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Phân tích nghiệp vụ quản trị thành CSDL, thủ tục, API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Script CSDL phiên bản mới, chạy lại an toàn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API quản trị có phân quyền admin, Swagger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Chuyển web sang backend nhóm, kiểm thử hồi quy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Hai sprint đầu web sống nhờ API mẫu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Backend đồ án di động chưa biết "quản lý" là ai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Việc đầu tiên: tìm xem backend còn thiếu gì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200"/>
              <a:t>Story → dữ liệu → stored procedure → API → trang web</a:t>
            </a:r>
          </a:p>
          <a:p>
            <a:pPr>
              <a:spcBef>
                <a:spcPts val="400"/>
              </a:spcBef>
              <a:buChar char="❖"/>
            </a:pPr>
            <a:r>
              <a:rPr sz="2200"/>
              <a:t>US-A01 danh mục: Categories → sp_Category_* → /admin/categories</a:t>
            </a:r>
          </a:p>
          <a:p>
            <a:pPr>
              <a:spcBef>
                <a:spcPts val="400"/>
              </a:spcBef>
              <a:buChar char="❖"/>
            </a:pPr>
            <a:r>
              <a:rPr sz="2200"/>
              <a:t>US-A04 tài khoản: Users (Role, IsLocked) → sp_User_SetLocked → /admin/users/:id/lock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200">
                <a:solidFill>
                  <a:srgbClr val="0033CC"/>
                </a:solidFill>
              </a:rPr>
              <a:t>Hoạt động</a:t>
            </a:r>
            <a:r>
              <a:rPr sz="2200">
                <a:solidFill>
                  <a:srgbClr val="0033CC"/>
                </a:solidFill>
              </a:rPr>
              <a:t>: Nhóm điền bảng 5 tầng cho các story quản trị của đề tài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Năm tầng của một story quản trị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7-nam-t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Role chỉ có customer, staff: thiếu admin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Chưa có cột khóa tài khoản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Chưa có thủ tục thêm, sửa, xóa danh mục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Counters thiếu mô tả, trạng thái hoạt động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Khoảng trống của backend hiện tại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Không sửa file đã chạy, thêm file mới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Giáo trình di động dùng 01–09 → web dùng 20-admin.sql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Kiểm tra trước: COL_LENGTH, OBJECT_ID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Chạy hai lần liên tiếp không lỗi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Script phiên bản mới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Mở rộng vai trò và khóa tài khoản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17030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IF OBJECT_ID('dbo.CK_Users_Role') IS NULL ...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ADD CONSTRAINT CK_Users_Role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CHECK (Role IN (N'customer', N'staff', N'admin'));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IF COL_LENGTH('dbo.Users', 'IsLocked') IS NULL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ALTER TABLE dbo.Users ADD IsLocked BIT NOT NULL DEFAULT 0;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85928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Món đã bán chỉ ngừng bán (BR-16)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tự khóa chính mình (50400)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Khóa thì thu hồi refresh token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Thủ tục có ràng buộc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3047999"/>
            <a:ext cx="11338560" cy="8458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IF EXISTS (SELECT 1 FROM dbo.Products WHERE CategoryId = @CategoryId)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THROW 50409, N'Danh mục còn món, không xóa được', 1;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50400 → 400: dữ liệu sai nghiệp vụ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50404 → 404: không tìm thấy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50409 → 409: xung đột, trùng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Đặt ở thủ tục: web, mobile, Swagger đều bị kiểm tra như nhau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Mã lỗi thống nhất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7-ma-l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DTO + class-validator, ApiProperty cho Swagger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API quản trị NestJS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1417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@Controller('admin/categories')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@UseGuards(AuthGuard, RolesGuard)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@Roles(['admin'])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export class AdminCategoriesController { ...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RolesGuard so khớp đúng tên vai trò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Route nhân viên: @Roles(['staff', 'admin'])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@Roles trên controller: getAllAndOverride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Mã người thực hiện lấy từ token, không từ body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Phân quyền admin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sp_User_GetByEmail trả thêm IsLocked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Đăng nhập khi bị khóa → 403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Làm mới token cũng kiểm tra lại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Tài khoản admin đầu tiên: script seed, mật khẩu đã băm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Khóa tài khoản trong AuthService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Đường dẫn, tham số, kiểu trả về, tên trường, mã lỗi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Ví dụ: lat/lng so với latitude/longitude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Ưu tiên sửa backend (mobile cũng dùng)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Hoặc hàm chuyển đổi trong lib/api.ts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So khớp hợp đồng API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Đổi API_URL là bước cuối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Chạy lại TC Sprint 1–2 trên backend nhóm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Trước đạt, giờ trượt = lỗi hồi quy → thẻ trên board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Ghi cột "Kết quả trên backend nhóm"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Kiểm thử hồi quy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7-hoi-q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Viết SQL ghép chuỗi trong controller thay vì gọi thủ tục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Sửa file script cũ thay vì thêm file mới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Dùng RAISERROR hoặc mã lỗi lạ → 500 thay vì 409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Lấy userId từ body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Lỗi AI hay mắc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600"/>
              <a:t>Có hướng dẫn</a:t>
            </a:r>
            <a:r>
              <a:rPr sz="2600"/>
              <a:t>: 20-admin.sql, AdminCategoriesController, trang /admin/categories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Không hướng dẫn</a:t>
            </a:r>
            <a:r>
              <a:rPr sz="2600"/>
              <a:t>: thủ tục + API quản lý quầy, 4 lần gọi kiểm tra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Nhóm</a:t>
            </a:r>
            <a:r>
              <a:rPr sz="2600"/>
              <a:t>: bảng 5 tầng, ERD quản trị, danh mục thủ tục, chuyển web sang backend nhóm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Phân tích khoảng trống trước khi code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Ràng buộc nghiệp vụ nằm trong thủ tục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Phân quyền admin ở API, Swagger là hợp đồng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Buổi sau: trang quản trị CRUD, ảnh, báo cáo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Tổng kết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07: Module quản trị trên backend của nhóm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Đọc thêm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SRS LHU Food: F09.3, F10, F11; US-A01…A04; BR-16; mục 8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Giáo trình di động: Chương 5 (DatabaseService), 6 (RolesGuard), 7 (script phiên bản)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NestJS: Authorization, OpenAPI; Microsoft Learn: THROW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Tài liệu của buổi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