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CLO1–CLO4. Cuối buổi là Checkpoint Sprint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Chấm checkpoint theo đủ 4 sản phẩm; nhắc nhóm chuẩn bị backend riêng cho Sprint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web (111102)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06: Server Actions, bảng dữ liệu &amp; màn hình quầy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2 · Checkpoint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dữ liệu bằng Server Actions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dữ liệu có lọc, sắp xếp, phân trang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quầy đúng trình tự nghiệp vụ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thử luồng, báo cáo Sprint 2, velocity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11 giờ 30, 20 đơn chờ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nhân viên cùng bấm một đơn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Khách hủy khi bếp đã nấu xong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quầy xử lý thế nào?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Server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Hàm async có 'use server', gọi từ form hoặc Client Component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cần tự viết Route Handler cho mỗi thao tác ghi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Server Action là endpoint công khai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Luôn kiểm tra quyền và dữ liệu bên trong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advanceStatus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async function advanceStatus(orderId, status)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await requireRole('staff', 'admin');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try { await apiAuth(`/orders/${orderId}/status`, { method: 'PATCH', ... });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catch (e) { if (e.status === 409) return { ok: false, message: '...' };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finally { revalidatePath('/admin/orders');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useActionState và useOptimistic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useActionState → [state, formAction, isPending]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revalidatePath: trang vẽ lại với dữ liệu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useOptimistic: hiện ngay kết quả mong đợi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Thất bại: giao diện trở về dữ liệu thật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Bảng món cho nhân viên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includeUnavailable=true: thấy cả món ngừng bán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Lọc, trang trong URL: ?q=com&amp;page=2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Server Component gọi API đúng trang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TanStack Table: hiển thị và sắp xếp cột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Phân trang không có tổng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trả mảng, không trả tổng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Còn trang sau khi số phần tử = pageSize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Nút bật/tắt "còn bán": Server Action + revalidatePath (US-S04)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Trạng thái đơn (BR-15)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Sai trình tự: API trả 409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Vẽ sơ đồ trạng thái cho thực thể chính của đề tài nhóm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pending → preparing → ready → completed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└──── cancelled (khách: pending; nhân viên: pending/preparing)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Màn hình quầy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GET /orders/staff: đơn pending, preparing, ready trong ngày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 cột theo trạng thái, lọc ?status= (US-S06)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OrderCard: nút theo trạng thái kế tiếp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Trạng thái bằng chữ, không chỉ bằng màu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Hủy đơn và xung đột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Hủy kèm lý do ≥ 3 ký tự (US-S07)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người cùng bấm: người sau nhận 409, danh sách làm mới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Tạm làm mới mỗi 15 giây bằng router.refresh()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09: Socket.IO, đơn mới hiện ngay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Test luồng nghiệp vụ (CLO2)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TC-31 khách đặt → đơn hiện ở "Chờ xác nhận" kèm ghi chú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TC-32 "Bắt đầu làm" → khách thấy "Đang chuẩn bị"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TC-33 khách hủy đơn preparing → 409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TC-34 hai nhân viên cùng bấm → người sau được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TC-35 hủy kèm lý do → khách thấy lý do, tồn kho hoàn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Velocity (CLO4)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Story point thật sự hoàn thành, đạt Definition of Done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 cam kết và hoàn thành của Sprint 1, 2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Sprint 3 chuyển sang backend nhóm: tính thêm việc backend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Cam kết không vượt trung bình velocity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Báo cáo Sprint 2 (CLO3)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Cấu trúc 6 mục như Sprint 1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Thêm ma trận phân quyền, kết quả test bảo mật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Sơ đồ trạng thái có số hình, chú thích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Đúng quy định định dạng ở trang Đánh giá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Checkpoint Sprint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Demo: khách đặt trên web → nhân viên xử lý → khách thấy trạng thái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Ma trận phân quyền, sơ đồ trạng thái, sơ đồ thành phần (CLO1)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Test case form, phân quyền, luồng + kết quả (CLO2)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Sprint 2 (CLO3); kế hoạch Sprint 3, bản nháp báo cáo vai trò cá nhân (CLO4)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Server Action: kiểm tra quyền, dữ liệu, revalidate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dữ liệu: bộ lọc trong URL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quầy: đúng trình tự, xử lý xung đột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Sprint 3, module quản trị trên backend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tiêu chí US-S02, S03, S04, S06, S07, C08; BR-15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Agile: velocity, release burndown, story Sprint 3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Next.js: Updating Data; React: useOptimistic; TanStack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06: Server Actions, bảng dữ liệu &amp; màn hình quầy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