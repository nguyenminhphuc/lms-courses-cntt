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tiết lý thuyết, 4 tiết thực hành. CLO1, CLO2.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Chuẩn bị sẵn một file PDF đổi tên .jpg và một ảnh 2,5 MB để demo TC-43, TC-44.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web (111102)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08: Trang quản trị: CRUD, tải ảnh, báo cáo &amp; biểu đồ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3 · Quản trị &amp; Realtime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Trang quản trị CRUD theo một mẫu thống nhất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Tải ảnh món có kiểm tra định dạng, dung lượng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bằng biểu đồ, xuất CSV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thử ràng buộc nghiệp vụ quản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Quản lý không mở SSMS, không đọc JSON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Thêm món kèm ảnh trong một phút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Nhìn biểu đồ là hiểu, bấm nút là có file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Mẫu trang CRUD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app/admin/products/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page.tsx            danh sách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new/page.tsx        tạo mới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[id]/edit/page.tsx  sửa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product-form.tsx    form dùng chung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actions.ts          Server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saveProduct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Một action cho tạo và sửa: saveProduct.bind(null, id)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requireRole('admin'), safeParse, fieldErrors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revalidatePath('/admin/products') và '/menu'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có nút Xóa món: chỉ ngừng bán (BR-16)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Hộp thoại xác nhận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Thao tác không hoàn tác: xóa danh mục, khóa tài khoản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AlertDialog ghi rõ hậu quả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Thông báo ngắn sau khi lưu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Liệt kê các thao tác cần xác nhận trong trang quản trị của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Luồng tải 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Trình duyệt ─FormData─▶ Server Action ─multipart─▶ API (Multer, trường "file")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                kiểm tra loại, dung lượng      lưu file, sp_Product_UpdateImage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uploadProductImage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Chỉ nhận JPG, PNG, WEBP; tối đa 2 MB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tự đặt Content-Type: fetch tự sinh boundary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serverActions.bodySizeLimit (mặc định 1 MB)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images.remotePatterns cho next/image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Xem trước và kiểm tra ba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URL.createObjectURL để xem trước, revokeObjectURL khi đổi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accept trên input: tiện cho người dùng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Server Action: chặn sớm; API: chặn thật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tin phần mở rộng tên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Trang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Khoảng ngày trong URL: ?from=…&amp;to=…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Server Component gọi 3 API cùng lúc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from &gt; to: báo lỗi, không gọi API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Biểu đồ là Client Component (Recharts)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Chọn biểu đồ theo câu hỏi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Doanh thu theo ngày: cột hoặc đường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Món bán chạy: cột ngang, giảm dần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Tỉ lệ trạng thái: cột chồng 100% hoặc bảng phần trăm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Một màu một chuỗi; có tiêu đề, đơn vị, bảng số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Xuất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Route Handler GET /admin/reports/export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requireRole('admin') dù đã có proxy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BOM ﻿: Excel đọc đúng tiếng Việt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Content-Disposition: attachment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khoản nhân viên (US-A04)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Danh sách lọc vai trò, tìm kiếm, phân trang URL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Tạo staff: mật khẩu băm ở backend, không hiển thị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Khóa/mở khóa có xác nhận; trạng thái bằng chữ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case quản trị (CLO2)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TC-41 xóa danh mục còn món → 409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TC-43 PDF đổi tên .jpg → từ chối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TC-45 doanh thu web = SELECT SUM trên CSDL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TC-47 khóa nhân viên đang đăng nhập → không làm mới token được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TC-49 CSV mở Excel đúng dấu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Có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quản lý món + ảnh, báo cáo doanh thu, xuất CSV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 hướng dẫn</a:t>
            </a:r>
            <a:r>
              <a:rPr b="0" sz="2000">
                <a:solidFill>
                  <a:srgbClr val="212529"/>
                </a:solidFill>
                <a:latin typeface="Arial"/>
              </a:rPr>
              <a:t>: trang /admin/users, TC-47, TC-48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Nhóm</a:t>
            </a:r>
            <a:r>
              <a:rPr b="0" sz="2000">
                <a:solidFill>
                  <a:srgbClr val="212529"/>
                </a:solidFill>
                <a:latin typeface="Arial"/>
              </a:rPr>
              <a:t>: hoàn thiện trang quản trị, mỗi ràng buộc một test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Tổng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Một mẫu CRUD cho mọi trang quản trị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Ảnh: kiểm tra ba lớp, không tự đặt Content-Type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Biểu đồ trả lời câu hỏi, số liệu khớp CSDL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Buổi sau: màn hình quầy realtime, Checkpoint 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US-A01, A02, A04, A05, A06; BR-16; mục 8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Next.js: serverActions, Route Handlers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Recharts Guide; shadcn/ui Alert Dialog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08: Trang quản trị: CRUD, tải ảnh, báo cáo &amp;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