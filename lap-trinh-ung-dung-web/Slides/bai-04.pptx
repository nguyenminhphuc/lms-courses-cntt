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tiết lý thuyết, 4 tiết thực hành. CLO1, CLO2. Chuẩn bị token tài khoản thử trên /docs của API mẫu.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Nhắc sinh viên không commit .env.local chứa token tạm.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6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Lập trình ứng dụng web (111102)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04: Client Components, trạng thái &amp;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Lập trình ứng dụng web (111102)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Sprint 2 · Người dùng &amp; Tương tác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Phân tích phần nào của trang chạy ở client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Giỏ hàng có lưu trạng thái với Zustand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Form kiểm tra dữ liệu ở cả client và server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Ghi dữ liệu qua API mẫu, test case giá trị biên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Thực đơn có món thật, nhưng khách chưa làm được gì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Bấm thêm món, tải lại trang: giỏ còn không?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Form đã kiểm tra ở trình duyệt, server có cần kiểm tra lại?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200"/>
              <a:t>Trang chi tiết món: Server Component</a:t>
            </a:r>
          </a:p>
          <a:p>
            <a:pPr>
              <a:spcBef>
                <a:spcPts val="400"/>
              </a:spcBef>
              <a:buChar char="❖"/>
            </a:pPr>
            <a:r>
              <a:rPr sz="2200"/>
              <a:t>Chỉ nút "Thêm vào giỏ" là Client Component</a:t>
            </a:r>
          </a:p>
          <a:p>
            <a:pPr>
              <a:spcBef>
                <a:spcPts val="400"/>
              </a:spcBef>
              <a:buChar char="❖"/>
            </a:pPr>
            <a:r>
              <a:rPr sz="2200"/>
              <a:t>"use client" đặt ở lá, không đặt ở layout/page</a:t>
            </a:r>
          </a:p>
          <a:p>
            <a:pPr>
              <a:spcBef>
                <a:spcPts val="400"/>
              </a:spcBef>
              <a:buChar char="❖"/>
            </a:pPr>
            <a:r>
              <a:rPr sz="2200"/>
              <a:t>Props truyền xuống phải tuần tự hóa được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200">
                <a:solidFill>
                  <a:srgbClr val="0033CC"/>
                </a:solidFill>
              </a:rPr>
              <a:t>Hoạt động</a:t>
            </a:r>
            <a:r>
              <a:rPr sz="2200">
                <a:solidFill>
                  <a:srgbClr val="0033CC"/>
                </a:solidFill>
              </a:rPr>
              <a:t>: Đánh dấu Server/Client cho 6 thành phần của trang giỏ hàng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"Đảo tương tác"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4-dao-tuong-t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AddToCartButton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22745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'use client';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export function AddToCartButton({ product }) {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const add = useCart((s) =&gt; s.add);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const soldOut = !product.isAvailable || product.stock === 0;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return &lt;button disabled={soldOut} onClick={() =&gt; add(product)}&gt;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{soldOut ? 'Hết món' : 'Thêm vào giỏ'}&lt;/button&gt;;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Zustand: một store chung cho nút, header, trang giỏ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add: món trùng thì cộng dồn (US-C01)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setQuantity: về 0 thì xóa (US-C02)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persist: lưu localStorage, tải lại trang vẫn còn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Store giỏ hàng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4-store-gio-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Server không có localStorage → giỏ rỗng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Trình duyệt đọc được giỏ 3 món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Hai bản HTML khác nhau → "Hydration failed"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Cách xử lý: cờ mounted, chỉ hiện số sau khi gắn vào trình duyệt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Lỗi hydration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4-hyd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Giỏ chỉ lưu id, tên, giá để hiển thị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Giá tính tiền: backend lấy từ CSDL lúc đặt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Sửa localStorage không đổi được giá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tin dữ liệu từ trình duyệt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Giá tiền ở đâu?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Một schema Zod, hai phía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1988819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export const registerSchema = z.object({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fullName: z.string().trim().min(2, 'Họ tên tối thiểu 2 ký tự'),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email: z.string().email('Email không đúng định dạng'),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password: z.string().min(8, 'Mật khẩu tối thiểu 8 ký tự'),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confirm: z.string(),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}).refine((d) =&gt; d.password === d.confirm, { path: ['confirm'], ... 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useForm + zodResolver(registerSchema)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Lỗi dưới từng ô, tiếng Việt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Lỗi từ server (409) ở vùng role="alert"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Nút gửi bị vô hiệu khi đang gửi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Form với React Hook Form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'use server': chạy trên server, gọi như hàm thường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safeParse lại cùng schema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Gọi POST /auth/register; 409 → "Email đã được sử dụng"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Lý do: ai cũng tắt được JavaScript hoặc gửi request thẳng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Server Action kiểm tra lại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4-mot-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79121"/>
            <a:ext cx="5577840" cy="27225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POST /orders cần token: tạm lấy ở /docs, đọc qua getAccessToken()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Bài 05 chỉ sửa hàm này để đọc cookie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409 → "Có món đã hết hoặc không đủ số lượng"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Thành công: xóa giỏ, chuyển tới /orders/{id}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Đặt món qua API mẫu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Họ tên: 1 ký tự (sai), 2 ký tự (đạt)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Mật khẩu: 7 (sai), 8 (đạt)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Nhập lại khác 1 ký tự → báo không khớp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Đặt quá tồn kho → 409, giỏ còn nguyên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Mỗi nhóm viết bảng giá trị biên cho form của đề tài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Giá trị biên (CLO2)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"use client" ở page.tsx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Lưu token hoặc giá vào localStorage rồi gửi lên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Chỉ kiểm tra ở client, Server Action không kiểm tra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Dùng useEffect gọi API thay vì Server Component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Lỗi AI hay mắc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600"/>
              <a:t>Có hướng dẫn</a:t>
            </a:r>
            <a:r>
              <a:rPr sz="2600"/>
              <a:t>: giỏ hàng, /register, /checkout, TC-11…TC-17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Không hướng dẫn</a:t>
            </a:r>
            <a:r>
              <a:rPr sz="2600"/>
              <a:t>: form "Góp ý căn tin" + 8 test case biên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Nhóm</a:t>
            </a:r>
            <a:r>
              <a:rPr sz="2600"/>
              <a:t>: form chính của web nhóm, sơ đồ Server/Client, test case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Client Component nhỏ nhất có thể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Store chung + persist, cẩn thận hydration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Kiểm tra ở client cho trải nghiệm, ở server cho an toàn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Buổi sau: đăng nhập, phân quyền, bảo mật web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Tổng kết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Client Components, trạng thái &amp;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Đọc thêm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SRS LHU Food: tiêu chí US-G04, C01, C02, C04; mục 8 (định dạng lỗi)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Kế hoạch Agile: story Sprint 2, tiêu chí Given-When-Then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Next.js: Server and Client Components; Zustand; React Hook Form; Zod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Tài liệu của buổi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