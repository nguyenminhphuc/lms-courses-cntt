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56" r:id="rId2"/>
    <p:sldId id="257" r:id="rId3"/>
    <p:sldId id="258" r:id="rId4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b="0" i="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ID=d924773e-9a16-4d6d-9803-8cb819e99682</a:t>
            </a:r>
            <a:br>
              <a:rPr lang="en-US"/>
            </a:br>
            <a:r>
              <a:rPr lang="en-US"/>
              <a:t>Recipe=text_billboard</a:t>
            </a:r>
            <a:br>
              <a:rPr lang="en-US"/>
            </a:br>
            <a:r>
              <a:rPr lang="en-US"/>
              <a:t>Type=TextOnly</a:t>
            </a:r>
            <a:br>
              <a:rPr lang="en-US"/>
            </a:br>
            <a:r>
              <a:rPr lang="en-US"/>
              <a:t>Variant=0</a:t>
            </a:r>
            <a:br>
              <a:rPr lang="en-US"/>
            </a:br>
            <a:r>
              <a:rPr lang="en-US"/>
              <a:t>FamilyID=AccentBoxWalbaum_Zero</a:t>
            </a:r>
            <a:endParaRPr/>
          </a:p>
        </p:txBody>
      </p:sp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56112b0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56112b04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256112b04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56112b04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56112b048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2256112b048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phuc@lhu.edu.vn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Quattrocento Sans"/>
              <a:buNone/>
            </a:pPr>
            <a:r>
              <a:rPr lang="en-US"/>
              <a:t>LẬP TRÌNH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Quattrocento Sans"/>
              <a:buNone/>
            </a:pPr>
            <a:r>
              <a:rPr lang="en-US"/>
              <a:t>HƯỚNG ĐỐI TƯỢNG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n-US"/>
              <a:t>OBJECT ORGANIZED PROGRAMMING - OOP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Repository Pattern</a:t>
            </a:r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OOP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Repository Pattern</a:t>
            </a: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❖"/>
            </a:pPr>
            <a:r>
              <a:rPr lang="en-US" b="1"/>
              <a:t>Repository </a:t>
            </a:r>
            <a:r>
              <a:rPr lang="en-US"/>
              <a:t>là một mẫu dùng để tạo ra một lớp </a:t>
            </a:r>
            <a:r>
              <a:rPr lang="en-US" b="1"/>
              <a:t>abstraction </a:t>
            </a:r>
            <a:r>
              <a:rPr lang="en-US"/>
              <a:t>trung gian giữa lớp data và lớp business.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Lớp này chứa đựng phương thức thao tác mà để giao tiếp với lớp data để phục vụ cho business từ lớp logic.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Mục đích tạo ra lớp này để </a:t>
            </a:r>
            <a:r>
              <a:rPr lang="en-US" b="1"/>
              <a:t>cách ly</a:t>
            </a:r>
            <a:r>
              <a:rPr lang="en-US"/>
              <a:t> với việc tiếp cận data sao cho những thay đổi không ảnh hưởng trực tiếp đến lớp logic business.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-US"/>
              <a:t>Một </a:t>
            </a:r>
            <a:r>
              <a:rPr lang="en-US" b="1"/>
              <a:t>repository </a:t>
            </a:r>
            <a:r>
              <a:rPr lang="en-US"/>
              <a:t>nó không là gì cả, chỉ là một class được định nghĩa cho một thực thể, với tất cả các hành động có thể cho một thực thể đó</a:t>
            </a:r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Khái niệm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u="sng">
                <a:solidFill>
                  <a:schemeClr val="hlink"/>
                </a:solidFill>
                <a:hlinkClick r:id="rId6"/>
              </a:rPr>
              <a:t>phuc@lhu.edu.vn</a:t>
            </a:r>
            <a:r>
              <a:rPr lang="en-US" sz="1600"/>
              <a:t> 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cs.lhu.edu.vn 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9/4/20XX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Presentation Title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