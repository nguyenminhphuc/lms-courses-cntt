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tại lớp khoảng 20 phút, phần còn lại quay thực địa; CLO3, CLO2.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Để câu hỏi mở, trả lời ở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sinh viên từng thấy thông tin văn hóa sai nào lan truyền?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với CLO3: trách nhiệm khi quảng bá hình ảnh Việt Nam.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nhóm thêm phụ đề tiếng Anh nếu nhắm khán giả quốc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Cẩn trọng đặc biệt với trẻ em và người đang hành lễ.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Nhiều nền tảng yêu cầu hoặc khuyến khích gắn nhãn nội dung AI trông như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Quay lại câu hỏi mở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trang phục lịch sự, nói nhỏ, đi đúng lối.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rõ để nhóm không đánh đổi đạo đức lấy cảnh quay đẹp.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Địa điểm {{DIA_DIEM_THUC_DIA}}, kênh {{KENH_DANG_VIDEO}}; công bố định dạng, thời lượng (gợi ý video dọc 60–90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đăng nếu chưa qua checklist và chưa được duyệt.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lưu ảnh chụp ngay, vì một số nền tảng chỉ hiện số liệu trong thời gian ngắn.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Giảng viên đi kiểm tra từng nhóm; ghi nhận ứng xử cho tiêu chí A1.3.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nộp bản dựng để duyệt thông báo trên LMS, đủ thời gian đăng và theo dõi trước buổi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Cơ sở Văn hóa Việt Nam (112317)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05: Bản sắc và trách nhiệm trong môi trường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Briefing trước khi quay thực địa · Công bố dự án cuối khóa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Truyền thông đa phương tiện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Đề xuất cách gìn giữ bản sắc khi quảng bá văn hóa trên nền tảng toàn cầu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Tuân thủ đạo đức nghề: xin phép, quyền hình ảnh, bản quyền, ghi nguồn, minh bạch 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Thực hiện quay thực địa theo kịch bản đã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Video đăng lên có thể được xem ở bất kỳ đâu chỉ sau vài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Nếu thông tin sai, người trong video chưa đồng ý, nhạc nền có chủ sở hữu…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chịu trách nhiệm?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Bản sắc trong môi trường số: cơ hội và nguy cơ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Cơ hội: nhóm nhỏ đưa văn hóa địa phương tới khán giả toàn cầu; làng nghề có thêm kênh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Nguy cơ: nội dung bị "làm phẳng" theo trào lưu; thuật toán ưu tiên giật gân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tin sai lan nhanh hơn thông tin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Công nghiệp văn hóa và người làm truyền thông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Biến giá trị văn hóa thành sản phẩm, dịch vụ: điện ảnh, âm nhạc, thiết kế, quảng cáo, du lịch, nội dung số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làm truyền thông đa phương tiện là một mắt xích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Sản phẩm vừa có giá trị kinh tế vừa định hình hình ảnh văn hóa Việt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Gìn giữ bản sắc khi quảng bá ra thế giới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Giữ tên gọi gốc kèm giải thích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Phụ đề song ngữ cho khán giả quốc tế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Để chủ thể văn hóa xuất hiện và lên tiếng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giá trị độc đáo, không "na ná" văn hóa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Xin phép và quyền hình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Giới thiệu nhóm, học phần, mục đích, việc video được đăng công khai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Đồng ý bằng giấy hoặc quay lại lời đồng ý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Bộ luật Dân sự: dùng hình ảnh cá nhân về nguyên tắc phải được người đó đồng ý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đồng ý → không quay rõ mặt hoặc làm mờ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1: quay người khác cần xin phép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Bản quyền, ghi nguồn, minh bạch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Nhạc: thư viện có giấy phép, miễn phí bản quyền hoặc tự làm; ghi nguồn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Bản thu dân ca, ảnh tư liệu bảo tàng cũng cần xin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chú hình ảnh, giọng đọc tạo bằng 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dùng AI tạo hiện vật hay nhân chứng giả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Ai chịu trách nhiệm về tính chính xác?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đăng, ở đây là cả nhóm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"Lấy trên mạng", "AI bảo thế" không phải lý do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Phát hiện sai: đính chính công khai; sửa hoặc gỡ video nếu nghiêm trọng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Quy tắc quay tại bảo tàng, di tích, nơi thờ tự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Hỏi quy định trước khi bật máy; không flash, chân máy, flycam khi không được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chạm hiện vật, không leo trèo, dựa vào tủ trưng bày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cận cảnh người đang hành lễ khi chưa xin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dàn dựng diễn trò trước ban thờ, tượng thờ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2: điều gì không nên quay/đăng ở nơi thờ tự, bảo tàng?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Vi phạm nghiêm trọng tiêu chí 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Xúc phạm di sản hoặc quay khi không được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Hệ quả: tiêu chí 2.1 (ý tưởng) và 2.2 (kỹ thuật) tối đa 0,6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Video hay đến đâu cũng không bù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Đề bài dự án cuối khóa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Video ngắn về sản phẩm gốm/hiện vật đã đăng ký, làm nổi bật một giá trị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Đăng lên kênh của lớp, theo dõi kết quả, báo cáo ở buổi 06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Rubric A3: 9 tiêu chí theo CLO1 (3), CLO2 (4), CLO3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Quy trình sau khi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Dựng theo kịch bản; phụ đề, chú thích nguồn, ghi chú ảnh 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Tự kiểm theo Checklist văn hóa, đính kèm minh chứng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Giảng viên duyệt bản dựng → đăng → theo dõi chỉ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Theo dõi chỉ số và bình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Chụp thống kê theo mốc: sau 24 giờ, 3 ngày, trước buổi 06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lại bình luận đáng chú ý và cách nhóm phản hồi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Đây là dữ liệu cho tiêu chí 2.3 và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Tại thực địa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Mang theo: kịch bản, shot list, giấy xin phép, thiết bị sạc đầy, pin dự phòng, micro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Điểm danh tại địa điểm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Quay dư 2–3 giây đầu cuối mỗi cảnh; quay thêm B-roll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lại lời đồng ý tại hiện trường nếu chưa có giấy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Nộp bài sau buổi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Video hoàn chỉnh (mp4)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Google Sheet: link bài đăng, thời điểm đăng, Checklist đã đánh dấu kèm minh chứng, ảnh chụp chỉ số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Làm quiz Bài 05; chia sẻ tình huống quay trên diễn đàn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05: Bản sắc và trách nhiệm trong môi trường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