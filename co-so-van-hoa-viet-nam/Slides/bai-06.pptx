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CLO1, CLO2, CLO3. Công bố thứ tự trình bày đầu buổi.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Số trong ngoặc là tiêu chí A3 tương ứng.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Lượt xem cao không đồng nghĩa điểm cao; chấm chất lượng phân tích.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Liên hệ tiêu chí 3.2: ứng xử với bình luận trái chiều.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giờ nghiêm; nhóm sau chuẩn bị khi nhóm trước vấn đáp.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Thêm câu kiến thức: sản phẩm thuộc thành tố, vùng nào; thể hiện quy luật nào?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Tiêu chí 3.3: kể lại quá trình = Đạt; thay đổi nhận thức = Tốt; cam kết cụ thể = Xuất sắc.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Bình chọn mang tính khích lệ, không thay điểm theo checklist. Thông báo hạn nộp và thời gian phúc khảo trên 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Cơ sở Văn hóa Việt Nam (112317)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06: Báo cáo dự án cuối khóa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Liên hoan phim · Đánh giá cuối kỳ 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Truyền thông đa phương tiện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và cách chấm buổi cuối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Trình bày và bảo vệ sản phẩm truyền thông văn hóa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Phân tích kết quả sau đăng: chỉ số, bình luận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Phản tư thay đổi nhận thức và cam kết cá nhân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Chấm theo checklist A3 (9 tiêu chí, 40%), không chấm "video nào nổi nhất"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06: Báo cáo dự án cuối khóa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Cấu trúc báo cáo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Ý tưởng (2.1) · Cơ sở văn hóa, dẫn giáo trình (1.1, 1.2)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Quá trình (2.2, 3.1) · Kết quả sau đăng (2.3, 3.2)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Bài học (2.3) · Phụ lục: checklist, giấy phép, nguồn nhạc, prompt AI,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06: Báo cáo dự án cuối khóa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Đọc chỉ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Lượt xem: phụ thuộc kênh, thời điểm đăng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Thời gian xem trung bình, tỷ lệ xem hết: hook và nhịp dựng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Tương tác: thích, bình luận, chia sẻ, lưu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Tỷ lệ tương tác = tổng tương tác ÷ lượt xem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06: Báo cáo dự án cuối khóa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Bình luận và cách phản hồi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Phân loại: khen – hỏi thêm – góp ý – trái chiều – xúc phạm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Cảm ơn, kiểm tra thông tin, đưa nguồn hoặc đính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tranh cãi, không xóa góp ý chính đáng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Xúc phạm, kỳ thị: ẩn hoặc báo cáo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06: Báo cáo dự án cuối khóa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Thể lệ "liên hoan phim"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12 nhóm × (5 phút chiếu video + trình bày; 3 phút vấn đáp), khoảng 100 phút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Mỗi thành viên trả lời ít nhất một câu (tiêu chí 1.3, cá nhân)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Nhóm khác ghi phiếu cảm nhận: chi tiết văn hóa ấn tượng, một câu hỏi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06: Báo cáo dự án cuối khóa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thảo luận và vấn đáp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Chất liệu văn hóa trong video là gì, nguồn ở đâu?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Bình luận nào làm nhóm bất ngờ?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Nếu làm lại, nhóm sẽ sửa gì?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Dùng làm khung vấn đáp và thảo luận tổng kết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06: Báo cáo dự án cuối khóa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Phản tư cá nhân 1 trang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Vấn đề: trước học phần bạn nhìn nội dung văn hóa thế nào; gặp vấn đề gì trong dự án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Thay đổi nhận thức: một ví dụ cụ thể từ dự án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Giải pháp và cam kết: việc cụ thể sẽ làm khi đăng nội dung văn 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06: Báo cáo dự án cuối khóa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Bình chọn "Đại sứ văn hóa số" và nộp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Lớp bình chọn video truyền giá trị rõ nhất, làm đúng đạo đức nghề nhất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Nhóm nộp: báo cáo pdf, slide, video mp4, link bài đăng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Cá nhân nộp: phản tư 1 trang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06: Báo cáo dự án cuối khóa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