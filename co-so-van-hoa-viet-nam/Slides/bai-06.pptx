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-closing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6"/>
  </p:notesMasterIdLst>
  <p:sldIdLst>
    <p:sldId id="266" r:id="rId4"/>
    <p:sldId id="267" r:id="rId3"/>
    <p:sldId id="268" r:id="rId2"/>
    <p:sldId id="269" r:id="rId25"/>
    <p:sldId id="270" r:id="rId26"/>
    <p:sldId id="271" r:id="rId27"/>
    <p:sldId id="272" r:id="rId28"/>
    <p:sldId id="273" r:id="rId29"/>
    <p:sldId id="274" r:id="rId30"/>
    <p:sldId id="265" r:id="rId5"/>
  </p:sldIdLst>
  <p:sldSz cx="12192000" cy="6858000"/>
  <p:notesSz cx="6858000" cy="9144000"/>
  <p:embeddedFontLst>
    <p:embeddedFont>
      <p:font typeface="Quattrocento Sans" panose="020B0502050000020003" pitchFamily="3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Black" panose="02000000000000000000" pitchFamily="2" charset="0"/>
      <p:bold r:id="rId15"/>
      <p:boldItalic r:id="rId16"/>
    </p:embeddedFont>
    <p:embeddedFont>
      <p:font typeface="Roboto Medium" panose="020000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-closing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-closing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Lượt xem cao không đồng nghĩa điểm cao; chấm chất lượng phân tích.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CLO1, CLO2, CLO3. Công bố thứ tự trình bày đầu buổi.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Số trong ngoặc là tiêu chí A3 tương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Liên hệ tiêu chí 3.2: ứng xử với bình luận trái chiều.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Bấm giờ nghiêm; nhóm sau chuẩn bị khi nhóm trước vấn đáp.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Thêm câu kiến thức: sản phẩm thuộc thành tố, vùng nào; thể hiện quy luật nào?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Tiêu chí 3.3: kể lại quá trình = Đạt; thay đổi nhận thức = Tốt; cam kết cụ thể = Xuất sắc.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Bình chọn mang tính khích lệ, không thay điểm theo checklist. Thông báo hạn nộp và thời gian phúc khảo trên LMS.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lvl="2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9804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5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5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7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7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9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9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2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2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6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gif"/><Relationship Id="rId1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D03A71-DF26-4778-ACBE-93DEA04DFDA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9175" y="93557"/>
            <a:ext cx="1275386" cy="723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-closing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mailto:phuc@lhu.edu.vn" TargetMode="External"/><Relationship Id="rId7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-closing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/>
              <a:t>Thank you</a:t>
            </a:r>
            <a:endParaRPr/>
          </a:p>
        </p:txBody>
      </p:sp>
      <p:pic>
        <p:nvPicPr>
          <p:cNvPr id="205" name="Google Shape;205;p26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9" r="59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6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Trần Thị Diệu Hiền</a:t>
            </a:r>
            <a:endParaRPr/>
          </a:p>
        </p:txBody>
      </p:sp>
      <p:pic>
        <p:nvPicPr>
          <p:cNvPr id="210" name="Google Shape;210;p26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7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6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lhu.edu.vn</a:t>
            </a:r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Học kỳ 1 • 2026</a:t>
            </a:r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Cơ sở Văn hóa Việt Nam (112317)</a:t>
            </a:r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/>
              <a:t>Bài 06: Báo cáo dự án cuối khóa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Cơ sở Văn hóa Việt Nam (112317)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4892040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C757D"/>
                </a:solidFill>
              </a:rPr>
              <a:t>Liên hoan phim · Đánh giá cuối kỳ A3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Báo cáo dự án cuối khóa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Trình bày và bảo vệ sản phẩm truyền thông văn hóa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Phân tích kết quả sau đăng: chỉ số, bình luận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Phản tư thay đổi nhận thức và cam kết cá nhân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Chấm theo checklist A3 (9 tiêu chí, 40%), không chấm "video nào nổi nhất"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Mục tiêu và cách chấm buổi cuối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Báo cáo dự án cuối khóa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Ý tưởng (2.1) · Cơ sở văn hóa, dẫn giáo trình (1.1, 1.2)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Quá trình (2.2, 3.1) · Kết quả sau đăng (2.3, 3.2)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Bài học (2.3) · Phụ lục: checklist, giấy phép, nguồn nhạc, prompt AI, link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Cấu trúc báo cáo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6-cau-truc-bao-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Báo cáo dự án cuối khóa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Lượt xem: phụ thuộc kênh, thời điểm đăng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Thời gian xem trung bình, tỷ lệ xem hết: hook và nhịp dựng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Tương tác: thích, bình luận, chia sẻ, lưu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Tỷ lệ tương tác = tổng tương tác ÷ lượt xem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Đọc chỉ số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Báo cáo dự án cuối khóa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Phân loại: khen – hỏi thêm – góp ý – trái chiều – xúc phạm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Cảm ơn, kiểm tra thông tin, đưa nguồn hoặc đính chính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tranh cãi, không xóa góp ý chính đáng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Xúc phạm, kỳ thị: ẩn hoặc báo cáo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Bình luận và cách phản hồi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6-phan-hoi-binh-lu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Báo cáo dự án cuối khóa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12 nhóm × (5 phút chiếu video + trình bày; 3 phút vấn đáp), khoảng 100 phút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Mỗi thành viên trả lời ít nhất một câu (tiêu chí 1.3, cá nhân)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Nhóm khác ghi phiếu cảm nhận: chi tiết văn hóa ấn tượng, một câu hỏi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Thể lệ "liên hoan phim"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Báo cáo dự án cuối khóa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Chất liệu văn hóa trong video là gì, nguồn ở đâu?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Bình luận nào làm nhóm bất ngờ?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Nếu làm lại, nhóm sẽ sửa gì?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Dùng làm khung vấn đáp và thảo luận tổng kết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Câu hỏi thảo luận và vấn đáp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Báo cáo dự án cuối khóa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Vấn đề: trước học phần bạn nhìn nội dung văn hóa thế nào; gặp vấn đề gì trong dự án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Thay đổi nhận thức: một ví dụ cụ thể từ dự án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Giải pháp và cam kết: việc cụ thể sẽ làm khi đăng nội dung văn hóa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Phản tư cá nhân 1 trang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Bài 06: Báo cáo dự án cuối khóa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Lớp bình chọn video truyền giá trị rõ nhất, làm đúng đạo đức nghề nhất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Nhóm nộp: báo cáo pdf, slide, video mp4, link bài đăng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Cá nhân nộp: phản tư 1 trang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Bình chọn "Đại sứ văn hóa số" và nộp bài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Avenir</vt:lpstr>
      <vt:lpstr>Roboto Black</vt:lpstr>
      <vt:lpstr>Quattrocento Sans</vt:lpstr>
      <vt:lpstr>Roboto</vt:lpstr>
      <vt:lpstr>Calibri</vt:lpstr>
      <vt:lpstr>Roboto Medium</vt:lpstr>
      <vt:lpstr>AccentBoxVTI</vt:lpstr>
      <vt:lpstr>LẬP TRÌNH  HƯỚNG ĐỐI TƯỢNG</vt:lpstr>
      <vt:lpstr>Repository Pattern</vt:lpstr>
      <vt:lpstr>Repository Pattern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PHUC</cp:lastModifiedBy>
  <cp:revision>1</cp:revision>
  <dcterms:modified xsi:type="dcterms:W3CDTF">2026-10-31T01:21:49Z</dcterms:modified>
</cp:coreProperties>
</file>