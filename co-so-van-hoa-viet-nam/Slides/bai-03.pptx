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 tiết; CLO1, CLO2, CLO3. Giữa kỳ A2 cho nhóm 7–12.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Giữ giờ để còn khoảng 30 phút cho Kahoot và đăng ký.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Nhấn mạnh cách lập luận: tự nhiên → chủ thể → sản phẩm.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Chèn bản đồ minh họa có ghi nguồn; hỏi sinh viên quê thuộc vùng nào.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Chốt sau nhóm trình bày vùng Tây Bắc.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Phân biệt với Tây Bắc: vị trí, chủ thể tiêu biểu.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Gợi ý nối với dự án: kỹ thuật và hoa văn gốm truyền thống Bắc Bộ.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Liên hệ gốm Chăm nếu danh sách sản phẩm có hiện vật Chăm.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Nhắc nguyên tắc tôn trọng khi quay lễ nghi của đồng bào.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Yêu cầu trả lời theo ba bước tự nhiên → chủ thể → sản phẩm.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Nhắc kiểm tra tên gọi, năm ghi danh trên nguồn chính thức trước khi đăng.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Đây là nền cho tiêu chí "thái độ với di sản" và Checklist văn hóa ở buổi 04.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Ghi kết quả Kahoot vào tiêu chí "Bài tập nhỏ" của A1.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Địa điểm: {{DIA_DIEM_THUC_DIA}}; chiếu danh sách và link Google Sheet đăng ký.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Mang ảnh khảo sát đến buổi 04 để workshop kịch bản.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Nhắc chuẩn bị giấy xin phép quay để hoàn tất ở buổi 04.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46120"/>
            <a:ext cx="1463040" cy="73152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600">
                <a:solidFill>
                  <a:srgbClr val="FFC627"/>
                </a:solidFill>
                <a:latin typeface="Arial"/>
              </a:rPr>
              <a:t>Cơ sở Văn hóa Việt Nam (112317)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515600" cy="182880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b="1" sz="4000">
                <a:solidFill>
                  <a:srgbClr val="FFFFFF"/>
                </a:solidFill>
                <a:latin typeface="Arial"/>
              </a:rPr>
              <a:t>Bài 03: Các vùng văn hóa Việt Nam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52044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2000">
                <a:solidFill>
                  <a:srgbClr val="FFFFFF"/>
                </a:solidFill>
                <a:latin typeface="Arial"/>
              </a:rPr>
              <a:t>Thống nhất trong đa dạng · Ôn tập và giữa kỳ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03504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200">
                <a:solidFill>
                  <a:srgbClr val="FFFFFF"/>
                </a:solidFill>
                <a:latin typeface="Arial"/>
              </a:rPr>
              <a:t>Khoa Truyền thông đa phương tiện - Trường Đại học Lạc Hồng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Mục tiêu buổi học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Phân biệt tự nhiên, chủ thể, sản phẩm văn hóa của 6 vùng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Giải thích "thống nhất trong đa dạng"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Đề xuất concept hình ảnh/video về địa phương mà không rập khuôn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Hệ thống hóa chương 1–3; đăng ký sản phẩm cho dự án video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Cơ sở Văn hóa Việt Nam (112317) • Bài 03: Các vùng văn hóa Việt Nam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Kế hoạch buổi học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Lượt 1: nhóm 7–9 (Tây Bắc, Việt Bắc, châu thổ Bắc Bộ) → chốt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Lượt 2: nhóm 10–12 (Trung Bộ, Tây Nguyên, Nam Bộ) → chốt, so sánh 6 vùng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Ôn tập chương 1–3 bằng Kahoot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Công bố danh sách sản phẩm, nhóm đăng ký</a:t>
            </a:r>
          </a:p>
          <a:p>
            <a:pPr>
              <a:spcBef>
                <a:spcPts val="8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Hoạt động</a:t>
            </a:r>
            <a:r>
              <a:rPr b="0" sz="2000">
                <a:solidFill>
                  <a:srgbClr val="01295C"/>
                </a:solidFill>
                <a:latin typeface="Arial"/>
              </a:rPr>
              <a:t>: Nhóm 1–6 chấm chéo bằng phiếu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Cơ sở Văn hóa Việt Nam (112317) • Bài 03: Các vùng văn hóa Việt Nam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Vùng văn hóa là gì?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Không gian tương đồng về tự nhiên, chủ thể, lịch sử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Hình thành nét văn hóa chung, phân biệt với vùng khác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Giáo trình [1] chia thành 6 vùng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Cơ sở Văn hóa Việt Nam (112317) • Bài 03: Các vùng văn hóa Việt Nam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Bản đồ 6 vùng văn hóa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Tây Bắc · Việt Bắc · Châu thổ Bắc Bộ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Trung Bộ · Tây Nguyên · Nam Bộ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Cơ sở Văn hóa Việt Nam (112317) • Bài 03: Các vùng văn hóa Việt Nam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Tây Bắc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Núi cao, thung lũng lòng chảo; người Thái, Mường, H'Mông, Dao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Ruộng bậc thang, thủy lợi mương phai; nhà sàn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Múa xòe, khăn piêu; truyện thơ dân tộc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Cơ sở Văn hóa Việt Nam (112317) • Bài 03: Các vùng văn hóa Việt Nam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Việt Bắc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Núi đá vôi, rừng, sông suối; người Tày, Nùng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Hát then, đàn tính; trang phục nhuộm chàm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Chợ phiên; lễ hội xuống đồng (Lồng tồng)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Cơ sở Văn hóa Việt Nam (112317) • Bài 03: Các vùng văn hóa Việt Nam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Châu thổ Bắc Bộ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Đồng bằng sông Hồng, sông Thái Bình; người Việt; cái nôi văn hóa Việt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Làng xã, đình, lũy tre; quan họ, chèo, ca trù, rối nước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Tranh Đông Hồ, gốm Bát Tràng; truyền thống hiếu học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Cơ sở Văn hóa Việt Nam (112317) • Bài 03: Các vùng văn hóa Việt Nam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Trung Bộ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Dải đất hẹp, khí hậu khắc nghiệt; người Việt và người Chăm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Tháp Chăm, Mỹ Sơn; cung đình Huế, nhã nhạc; Hội An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Cần kiệm, hiếu học; ẩm thực đậm vị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Cơ sở Văn hóa Việt Nam (112317) • Bài 03: Các vùng văn hóa Việt Nam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Tây Nguyên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Cao nguyên đất đỏ; Ê Đê, Ba Na, Gia Rai, M'Nông, Xơ Đăng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Nhà rông, nhà dài; không gian văn hóa cồng chiêng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Sử thi Đăm Săn; tượng nhà mồ; lễ mừng lúa mới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Cơ sở Văn hóa Việt Nam (112317) • Bài 03: Các vùng văn hóa Việt Nam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Nam Bộ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Đồng bằng sông Cửu Long, Đông Nam Bộ; vùng đất mới khai phá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Người Việt, Hoa, Khmer, Chăm; chợ nổi, xuồng ghe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Đờn ca tài tử, cải lương; cởi mở, phóng khoáng, trọng nghĩa</a:t>
            </a:r>
          </a:p>
          <a:p>
            <a:pPr>
              <a:spcBef>
                <a:spcPts val="8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Hoạt động</a:t>
            </a:r>
            <a:r>
              <a:rPr b="0" sz="2000">
                <a:solidFill>
                  <a:srgbClr val="01295C"/>
                </a:solidFill>
                <a:latin typeface="Arial"/>
              </a:rPr>
              <a:t>: Thảo luận câu 1: điều gì làm một sản phẩm "rất Nam Bộ" khác "rất Bắc Bộ"?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Cơ sở Văn hóa Việt Nam (112317) • Bài 03: Các vùng văn hóa Việt Nam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Thống nhất trong đa dạng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Đa dạng: khác nhau về tự nhiên, tộc người, lịch sử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Thống nhất: nền tảng lúa nước, lịch sử dựng nước – giữ nước, tiếng Việt, ý thức quốc gia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Di sản UNESCO vùng miền: nhã nhạc Huế, cồng chiêng Tây Nguyên, quan họ, đờn ca tài tử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Cơ sở Văn hóa Việt Nam (112317) • Bài 03: Các vùng văn hóa Việt Nam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Làm nội dung về vùng miền: nên và không nên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Không nhại giọng → để người địa phương tự nói, có phụ đề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Không gắn cả vùng với một tính cách → giải thích bằng tự nhiên, lịch sử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Không biến trang phục dân tộc thành đồ hóa trang → tìm hiểu ý nghĩa, hỏi cộng đồng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Không chỉ chọn hình ảnh nghèo khó → cân bằng đời sống và niềm tự hào</a:t>
            </a:r>
          </a:p>
          <a:p>
            <a:pPr>
              <a:spcBef>
                <a:spcPts val="8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Hoạt động</a:t>
            </a:r>
            <a:r>
              <a:rPr b="0" sz="2000">
                <a:solidFill>
                  <a:srgbClr val="01295C"/>
                </a:solidFill>
                <a:latin typeface="Arial"/>
              </a:rPr>
              <a:t>: Thảo luận câu 2: làm nội dung về vùng miền khác, cần tránh gì?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Cơ sở Văn hóa Việt Nam (112317) • Bài 03: Các vùng văn hóa Việt Nam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Ôn tập chương 1–3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Văn hóa: định nghĩa, 4 đặc trưng – chức năng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Định vị: gốc nông nghiệp; chủ thể – không gian – thời gian; 3 lớp – 6 giai đoạn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4 thành tố → 6 vùng</a:t>
            </a:r>
          </a:p>
          <a:p>
            <a:pPr>
              <a:spcBef>
                <a:spcPts val="8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Hoạt động</a:t>
            </a:r>
            <a:r>
              <a:rPr b="0" sz="2000">
                <a:solidFill>
                  <a:srgbClr val="01295C"/>
                </a:solidFill>
                <a:latin typeface="Arial"/>
              </a:rPr>
              <a:t>: Kahoot khoảng 15 phút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Cơ sở Văn hóa Việt Nam (112317) • Bài 03: Các vùng văn hóa Việt Nam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Dự án video: chọn sản phẩm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Danh sách tối thiểu 12 sản phẩm gốm/hiện vật tại địa điểm thực địa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Mỗi nhóm một sản phẩm, không trùng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Ghi lý do chọn và giá trị văn hóa dự kiến khai thác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Cơ sở Văn hóa Việt Nam (112317) • Bài 03: Các vùng văn hóa Việt Nam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Khảo sát địa điểm sau buổi học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Chụp ảnh bối cảnh đúng khung giờ dự định quay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Ghi chú ánh sáng, tiếng ồn, quy định quay chụp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Xác định người cần xin phép (nghệ nhân, bảo tàng)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Cơ sở Văn hóa Việt Nam (112317) • Bài 03: Các vùng văn hóa Việt Nam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Chuẩn bị buổi 04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Hoàn tất đăng ký sản phẩm và khảo sát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Làm quiz Bài 03; tham gia diễn đàn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Buổi 04: chất liệu văn hóa trong sáng tạo, Checklist văn hóa, workshop kịch bản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Cơ sở Văn hóa Việt Nam (112317) • Bài 03: Các vùng văn hóa Việt Nam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