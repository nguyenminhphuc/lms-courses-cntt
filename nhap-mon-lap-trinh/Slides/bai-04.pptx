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 = 9 → tổng 45, có 3 số chia hết cho 3. Hỏi lớp: đặt tong = 0 trong vòng lặp thì sao?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1,5 tiết lý thuyết, 3,5 tiết thực hành. CLO1, CLO2. Bài này dạy list cơ bản theo dàn ý đã duyệt.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Chỉ cho lớp mũi tên từ "i = i + 1" quay ngược lên khối điều kiện: đó là dấu hiệu của vòng lặp trên lưu đồ.</a:t>
            </a:r>
          </a:p>
          <a:p>
            <a:r>
              <a:t>for i in range(1, 11) làm thay ba việc: khởi tạo i, kiểm tra điều kiện, tăng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 thử n = 0 để thấy ZeroDivisionError; hẹn xử lý ở bài 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Link nộp bài: {{LINK_NOP_BAI_04}}.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1 • Năm 1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Nhập môn lập trình (111155)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Bài 04: Vòng lặp for, chuỗi và list cơ bản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Nhập môn lập trình (111155)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Để máy tính lặp lại thay bạn: range, mẫu tích lũy, 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Vòng lặp for, chuỗi và list cơ bản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Dùng for với range(), với chuỗi và với list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Viết mẫu tích lũy: tổng, đếm, lớn nhất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Lần theo vòng lặp bằng bảng giá trị biến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Viết vòng lặp lồng nhau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04: Vòng lặp for, chuỗi và list cơ bản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Học kỳ này 8 học phần: viết 8 lần input() thì được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Cả khóa 40 học phần thì sao?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Máy tính giỏi nhất ở việc lặp lại mà không sai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Đếm xem chương trình Student Dashboard v3 có bao nhiêu dòng gần giống nhau.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Phần 1: Vòng lặp for và range()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04: Vòng lặp for, chuỗi và list cơ bản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Vòng lặp for và range()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238760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range(5) → 0, 1, 2, 3, 4 (không gồm 5)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range(1, 11) → 1 đến 10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range(0, 21, 5) → 0, 5, 10, 15, 20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range(10, 0, -1) → đếm ngược 10 đến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for và range()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3576320"/>
            <a:ext cx="11338560" cy="8458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for i in range(1, 11):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print(f"7 x {i} = {7 * i}")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Vòng lặp for và range()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Lưu đồ vòng lặp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4-for-cuu-chu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715" y="1097280"/>
            <a:ext cx="346209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Lưu đồ in bảng cửu chương 7: mũi tên quay lại khối điều kiện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Vòng lặp for và range()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Mỗi dòng là một chu kỳ, mỗi cột là một biến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tong = 0; for i in range(1, 6): tong += 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Lập bảng trước khi chạy, so với kết quả máy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Bảng giá trị biến (trace table)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4-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540" y="1097280"/>
            <a:ext cx="463804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Bảng giá trị biến của vòng lặp tính tổng 1 đến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2: Mẫu tích lũy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04: Vòng lặp for, chuỗi và list cơ bản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Mẫu tích lũy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Khởi tạo trước vòng lặp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Cập nhật trong vòng lặp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Dùng kết quả sau vòng lặp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Ba mẫu tích lũy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4-mau-tich-lu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87040"/>
            <a:ext cx="5577840" cy="31409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427959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Ba mẫu tích lũy: tổng, đếm, lớn nhất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Mẫu tích lũy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Ví dụ: tổng và đếm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2560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n = int(input("Nhập n: "))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tong = 0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dem_chia_het_3 = 0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for i in range(1, n + 1):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tong += i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if i % 3 == 0: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    dem_chia_het_3 += 1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print(f"Tổng = {tong}; {dem_chia_het_3} số chia hết cho 3")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3: Chuỗi và list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04: Vòng lặp for, chuỗi và list cơ bản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Chuỗi và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33096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len(s), s[0] ký tự đầu, s[-1] ký tự cuối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for ch in s: lấy lần lượt từng ký tự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Duyệt chuỗi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2519680"/>
            <a:ext cx="11338560" cy="17030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ma_sv = input("Mã số sinh viên: ")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so_chu_so = 0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for ch in ma_sv: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if ch in "0123456789":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    so_chu_so +=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Chuỗi và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Nhiều giá trị trong một biến: diem = [7.5, 8.0, 9.0]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Chỉ số bắt đầu từ 0; [-1] là phần tử cuối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append, len, sum, max, min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List cơ bản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4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746" y="1097280"/>
            <a:ext cx="4643628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Các thao tác cơ bản với list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Chuỗi và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Student Dashboard v4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22745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n = int(input("Số học phần: "))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diem_list = []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for i in range(n):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d = float(input(f"Điểm học phần {i + 1}: "))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diem_list.append(d)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tb = sum(diem_list) / len(diem_list)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print(f"TB: {tb:.2f} | Cao nhất: {max(diem_list)}")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4: Vòng lặp lồng nhau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04: Vòng lặp for, chuỗi và list cơ bản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4: Vòng lặp lồng nhau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33096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Vòng ngoài chạy 1 lần, vòng trong chạy trọn một lượt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Sửa để in tam giác ngược (4, 3, 2, 1 dấu *).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Vẽ tam giác bằng ký tự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2519680"/>
            <a:ext cx="11338560" cy="17030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n = 4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for hang in range(1, n + 1):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for cot in range(hang):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    print("*", end="")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print()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4: Vòng lặp lồng nhau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Có hướng dẫn: cửu chương số k; tổng số chẵn; đảo chuỗi; hình vuông rỗng; nhờ AI giải thích một chu kỳ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Tự làm: Student Dashboard v4 với tên và điểm từng học phần, bảng điểm, học phần điểm cao nhất, số học phần chưa đạt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Nộp: ho_so.py, lưu đồ vòng lặp, bảng giá trị biến, Nhật ký Prompt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4: Vòng lặp lồng nhau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for lặp số lần biết trước; range(a, b) dừng trước b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Mẫu tích lũy: khởi tạo trước, cập nhật trong, dùng sau vòng lặp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Chuỗi và list: chỉ số từ 0, len, append, sum, max, min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Không hiểu vòng lặp thì lập bảng giá trị biến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Tóm tắt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