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Nhấn mạnh: luôn tính tay một bộ dữ liệu để đối chiếu với kết quả chương trình.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thực hành. CLO1, CLO2.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Đáp án 8 × 0,3 + 7 × 0,3 + 9 × 0,4 = 8,1.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 sinh viên gõ thử trong chế độ tương tác. Tài liệu: Python Tutorial, mục Floating-Point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130 kWh → 315,000 đồng. Bảng giá là giả định cho bài tập, không phải giá điện thực tế.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Input: qt, gk, ck. Process: tb = qt×0,3 + gk×0,3 + ck×0,4, kiểm tra cả ba điểm trong 0–10.</a:t>
            </a:r>
          </a:p>
          <a:p>
            <a:r>
              <a:t>Output: điểm học phần, 2 chữ số thập phân. Nhập 8, 7, 9 cho 8.10.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bài: {{LINK_NOP_BAI_02}}.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02: Toán tử, biểu thức và bài toán tính toán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Viết công thức đúng: thứ tự ưu tiên, dấu ngoặc và sai số số thực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Toán tử, biểu thức và bài toán tính toán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Dùng toán tử số học, so sánh, logic, gán kết hợp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Tính một biểu thức theo đúng thứ tự ưu tiên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Làm tròn, định dạng số; hiểu sai số số thực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Viết chương trình tính toán từ bảng IPO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Toán tử, biểu thức và bài toán tính toán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Quá trình 8, giữa kỳ 7, cuối kỳ 9 (trọng số 30-30-40)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Điểm học phần là 8,0 hay 8,1?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Sai một dấu ngoặc: chương trình tính sai cho cả lớp, không báo lỗi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Cả lớp tự tính trên giấy rồi so kết quả.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1: Toán tử số học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02: Toán tử, biểu thức và bài toán tính toán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Toán tử số học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+ − * : cộng, trừ, nhân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/ : chia, luôn ra số thực: 7 / 2 = 3.5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// : chia lấy phần nguyên: 7 // 2 = 3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% : chia lấy phần dư: 7 % 2 = 1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 : lũy thừa: 2 </a:t>
            </a:r>
            <a:r>
              <a:rPr sz="2600"/>
              <a:t> 10 = 1024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Bảy toán tử số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Toán tử số học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135 phút → 2 giờ 15 phút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Tách chữ số: 2007 % 10 = 7, 2007 // 10 = 200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Ví dụ: đổi phút sang giờ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417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tong_phut = int(input("Số phút: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gio = tong_phut // 60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phut = tong_phut % 60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print(f"{tong_phut} phút = {gio} giờ {phut} phút")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2: Thứ tự ưu tiên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02: Toán tử, biểu thức và bài toán tính toán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Thứ tự ưu tiên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Ngoặc → ** → * / // % → + − → so sánh → not → and → or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Cùng mức: tính từ trái sang phải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chắc thì thêm ngoặc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Python tính theo thứ tự nào?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2-uu-t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Thứ tự ưu tiên của các toán tử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Thứ tự ưu tiên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2 + 3 * 4 ** 2 // 5 = 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** trước, rồi * và // từ trái sang phải, cuối cùng +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Hỏi AI trình bày từng bước, đối chiếu với cách tính của bạn.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Tính từng bước một biểu thức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2-tinh-tung-bu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Tính từng bước 2 + 3 * 4 ** 2 //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Thứ tự ưu tiên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8 + 9 / 2 = 12.5, không phải trung bình của 8 và 9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Đúng: (8 + 9) / 2 = 8.5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Code chạy không lỗi nhưng kết quả sai: lỗi logic, khó phát hiện nhất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Lỗi hay gặp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3: So sánh, logic, gán kết hợp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02: Toán tử, biểu thức và bài toán tính toán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So sánh, logic, gán kết hợp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238760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So sánh: == != &lt; &gt; &lt;= &gt;= cho True/False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Đừng nhầm == (so sánh) với = (gán)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Logic: and, or, not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So sánh nối: 0 &lt;= diem &lt;= 10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So sánh và logic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3576320"/>
            <a:ext cx="11338560" cy="1131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diem = 8.5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hop_le = 0 &lt;= diem &lt;= 10            # True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du_hoc_bong = diem &gt;= 8 and hop_le  # 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So sánh, logic, gán kết hợp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tong += 5 nghĩa là tong = tong + 5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Tương tự: -=, *=, /=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tong = 10; tong += 5; tong *= 2 → tong = 30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Đoán giá trị cuối của x sau x = 3; x **= 2; x -= 4.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Gán kết hợp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4: Làm tròn và định dạng số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02: Toán tử, biểu thức và bài toán tính toán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Làm tròn và định dạng số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round(x, 2): làm tròn giá trị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f"{x:.2f}": chỉ định dạng khi in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f"{tien:,}": 315000 → 315,000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Kiểu Việt Nam: f"{tien:,}".replace(",", ".") → 315.000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Làm tròn và định dạng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Làm tròn và định dạng số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0.1 + 0.2 cho 0.30000000000000004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Số thực lưu ở hệ nhị phân nên có sai số nhỏ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so sánh hai số thực bằng ==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In kết quả với :.2f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Sai số số thực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Làm tròn và định dạng số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Bảng giá giả định: 50 kWh đầu 2.000 đ, 50 kWh tiếp 2.500 đ, còn lại 3.000 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Ví dụ: tiền điện theo bậc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988819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kwh = int(input("Số kWh tiêu thụ: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bac1 = min(kwh, 50)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bac2 = min(max(kwh - 50, 0), 50)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bac3 = max(kwh - 100, 0)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tien = bac1 * 2000 + bac2 * 2500 + bac3 * 3000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print(f"Tiền điện: {tien:,} đồng")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Làm tròn và định dạng số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Student Dashboard v2: điểm học phần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2-diem-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636" y="1097280"/>
            <a:ext cx="2896248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Lưu đồ tính điểm học phần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Làm tròn và định dạng số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Có hướng dẫn: tính tay 5 biểu thức rồi kiểm tra; đổi phút; tiền điện với 40, 100, 130 kWh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làm: Student Dashboard v2; đổi °C sang °F; tổng các chữ số của số có 3 chữ số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3 file .py, bảng IPO từng bài,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4: Làm tròn và định dạng số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/ ra số thực, // lấy phần nguyên, % lấy phần dư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Thứ tự ưu tiên: ngoặc → ** → * / // % → + −; không chắc thì thêm ngoặc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So sánh cho True/False; and, or, not; tong += 5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In số với :.2f và :, ; không so sánh số thực bằng ==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