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Phát đề đầu buổi. Link nộp bài: {{LINK_NOP_GIUA_KY}}.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IPO, lưu đồ phần xử lý chính, mã nguồn, bảng kiểm thử (≥ 3 bộ: bình thường, biên, nhập sai), Nhật ký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Bài 07: Kiểm tra giữa kỳ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Thực hành cá nhân tại lớp, 5 tiết, 30% điểm học phần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Bài cá nhân, 5 tiết, trên máy phòng lab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Kiến thức buổi 01–06; chưa yêu cầu viết hàm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Được xem tài liệu của chính mình; không trao đổi với người khác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MSSV_HoTen_GK.py, lưu đồ, bảng kiểm thử,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Hình thức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Cấu trúc bài làm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7-bai-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4385"/>
            <a:ext cx="11521440" cy="2786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250615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Năm phần của bài làm giữa kỳ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Được: hỏi cú pháp, hỏi giải thích thông báo lỗi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được: dán đề hoặc một phần đề cho AI; nhờ AI viết lời giải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Bắt buộc: ghi mọi prompt vào Nhật ký Prompt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Vấn đáp ngẫu nhiên: không giải thích được thì không tính điểm phần đó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Quy định dùng 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Bảng IPO và lưu đồ: 2 điểm (CLO2)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Chương trình chạy đúng yêu cầu: 4 điểm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Xử lý nhập sai và giá trị biên: 2 điểm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Trình bày mã, Nhật ký Prompt: 1 điểm · Vấn đáp: 1 điểm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Tiêu chí chấm (thang 10)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30 phút: đọc đề, viết bảng IPO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30 phút: vẽ lưu đồ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2 tiết: viết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30 phút: kiểm thử, sửa lỗi · 15 phút: hoàn thiện, nộp bài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Ưu tiên phần chạy được hơn phần đầy đủ mà không chạy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Phân bổ thời gian gợi ý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07: Kiểm tra giữa kỳ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Đọc kỹ đề, viết IPO trước khi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thử với dữ liệu sai trước khi nộp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Gặp sự cố máy: báo ngay giảng viên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Chúc các bạn làm bài tốt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