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Trưởng nhóm tạo repo, Settings → Collaborators mời thành viên. Trước khi commit luôn Pull origin để lấy code mới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làm việc nhóm. CLO1, CLO3.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Hàm chạy đúng khi thử riêng chưa chắc đúng khi ghép. Ghi bảng: dữ liệu, mong đợi, thực tế, đạt/chưa đạt.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repository: {{LINK_NOP_BAI_11}}.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11: Hoàn thiện project và quản lý mã nguồn với 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Ghép code, kiểm thử tích hợp, commit và README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11: Hoàn thiện project và quản lý mã nguồn với GitHub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Ghép code của các thành viên, kiểm thử tích hợp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GitHub: repository, clone, commit, push, pull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README.md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Rà soát cùng AI, chuẩn bị kịch bản demo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11: Hoàn thiện project và quản lý mã nguồn với GitHub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main_final.py, main_final_2.py, main_final_thật_sự.py…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Gửi qua tin nhắn, ghép lại thì mất hàm của nhau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Ai đã viết phần nào?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Nhóm bạn đang trao đổi code bằng cách nào?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1: Kiểm thử tích hợp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11: Hoàn thiện project và quản lý mã nguồn với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Kiểm thử tích hợp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Năm loại dữ liệu kiểm thử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kiem-t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55" y="1097280"/>
            <a:ext cx="493141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Năm loại dữ liệu kiểm thử cho chức năng Thêm khoản chi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GitHub cơ bản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11: Hoàn thiện project và quản lý mã nguồn với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GitHub cơ bản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Git: lưu lịch sử thay đổi của mã nguồn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GitHub: nơi lưu repository trên mạng cho cả nhóm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Commit: một lần lưu kèm thông điệp · Push: đẩy lên · Pull: lấy về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Lịch sử commit là minh chứng ai làm phần nào (CLO3)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Git và GitHub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GitHub cơ bản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Quy trình với GitHub Desktop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39688"/>
            <a:ext cx="11521440" cy="2635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175311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Năm bước làm việc với GitHub Desktop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GitHub cơ bản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Tốt: "Thêm hàm thong_ke_theo_danh_muc"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Tốt: "Sửa lỗi chia cho 0 khi chưa có khoản chi"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Chưa tốt: "update", "sửa", "final"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người commit phần mình phụ trách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Thông điệp commit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GitHub cơ bản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Push rejected: Pull origin trước, rồi push lại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Conflict: hai người sửa cùng đoạn trong cùng file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Mở file trong VS Code, chọn Accept Current/Incoming/Both, lưu, commit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Phòng tránh: mỗi người làm ở file hoặc hàm riêng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Khi push bị từ chối hoặc xung đột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3: README và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11: Hoàn thiện project và quản lý mã nguồn với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README và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Tên đề tài, giới thiệu một câu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Thành viên và vai trò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Cách chạy: python main.py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Ảnh chụp màn hình; khai báo sử dụng AI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README.md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README và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"Liệt kê các trường hợp nhập liệu làm chương trình dừng hoặc sai, kèm số dòng. Không viết lại code."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Kịch bản demo 3 phút: dữ liệu chuẩn bị sẵn, cố ý nhập sai một lần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Tập vấn đáp chéo: hỏi nhau về phần không phải của mình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Rà soát cùng AI và kịch bản demo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README và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Tạo repo, mời thành viên, mỗi người clone và thử commit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Ghép code; kiểm thử 5 loại dữ liệu; sửa lỗi và commit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Cập nhật lưu đồ; ruff check; README; kịch bản demo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Hoàn thành khi mỗi người có ít nhất 2 commit có nội dung code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Làm việc nhóm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README và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Kiểm thử tích hợp với dữ liệu thường, biên, sai, rỗng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Pull → sửa → commit (thông điệp rõ) → push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README giúp người khác chạy được sản phẩm của bạn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thành viên giải thích được phần mình và phần của nhóm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