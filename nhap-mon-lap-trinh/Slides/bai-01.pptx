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 từng máy kiểm tra trong 15 phút đầu. Máy lỗi PATH: dùng lệnh py hoặc cài lại, chọn Modify.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CLO2.</a:t>
            </a:r>
          </a:p>
          <a:p>
            <a:r>
              <a:t>Phổ biến luôn quy định điểm cộng truyền thông (trang Đánh giá học phần).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Gom ý kiến lên bảng, phân loại thành thông tin nhập vào và thông tin tính ra (tuổi).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Yêu cầu sinh viên gõ tay, không sao chép. Hỏi: bỏ chữ f thì in ra gì?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{{LINK_NOP_BAI_01}}.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01: Làm quen Python và tư duy Input – Process – Output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Nghĩ trước, code sau: chương trình đầu tiên của Student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01: Làm quen Python và tư duy Input – Process –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Cài đặt Python 3 và VS Code, chạy chương trình đầu tiên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tích bài toán thành Input – Process – Output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Khai báo biến với 4 kiểu: int, float, str, bool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Nhập, xuất dữ liệu bằng input(), print() và f-string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01: Làm quen Python và tư duy Input – Process –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Phòng Đào tạo cần in 3.000 thẻ hồ sơ tân sinh viên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Làm tay: cả tuần. Chương trình 10 dòng: vài giây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Nhưng trước hết phải biết: nhận vào gì? xử lý gì? in ra gì?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Mỗi bàn liệt kê các thông tin cần có trên một thẻ hồ sơ.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1: Chương trình và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01: Làm quen Python và tư duy Input – Process –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Chương trình và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Dãy lệnh viết bằng ngôn ngữ lập trình, máy tính làm đúng thứ tự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Máy tính không đoán ý: thiếu một dấu ngoặc là báo lỗi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Python: ngôn ngữ thông dịch, cú pháp gần tiếng Anh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nhiều trong dữ liệu, AI, tự động hóa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Chương trình là gì?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1-chay-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Từ file mã nguồn đến kết quả trên 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Chương trình và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python.org/downloads: Python 3.10 trở lên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Windows: tick "Add python.exe to PATH" khi cài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VS Code + extension Python (Microsoft)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tra: python --version (hoặc py --version)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Cài đặt môi trường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Chương trình và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85928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Tạo file hello.py, bấm ▶ Run Python File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Chế độ tương tác: gõ python, dấu nhắc &gt;&gt;&gt;, thử 2026 - 2007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Thoát chế độ tương tác: exit()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Chương trình đầu tiên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3047999"/>
            <a:ext cx="11338560" cy="560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print("Hello, LHU!")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2: Tư duy Input – Process – Output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01: Làm quen Python và tư duy Input – Process –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Tư duy Input – Process –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Input: cần những dữ liệu nào?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Process: tính toán, so sánh gì?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Output: in ra gì, theo dạng nào?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Ba câu hỏi trước khi code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1-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Bảng IPO của bài toán in thẻ hồ sơ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Tư duy Input – Process –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Phát hiện thiếu dữ liệu ngay từ đầu: muốn in tuổi thì phải hỏi năm sinh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Chia bài toán thành phần nhỏ, dễ code từng phần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 mô tả rõ ràng để hỏi AI đúng trọng tâm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Viết bảng IPO cho bài toán "tính tiền gửi xe theo số giờ".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Vì sao phải viết bảng IPO?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3: Biến và kiểu dữ liệu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01: Làm quen Python và tư duy Input – Process –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Biến và kiểu dữ liệu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Biến: tên gắn với một giá trị; dấu = là phép gán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Biến và phép gán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ho_ten = "Nguyễn Văn An"     # str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nam_sinh = 2007              # int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diem_tb = 8.25               # float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la_tan_sinh_vien = True      # bool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print(type(nam_sinh))        # &lt;class 'int'&gt;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Biến và kiểu dữ liệu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int, float, str, bool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type(x) cho biết kiểu của x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Chuyển kiểu: int("2007"), float("8.5"), str(19)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Bốn kiểu dữ liệu cơ bản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1-kieu-du-l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Bốn kiểu dữ liệu cơ bản và ví dụ giá trị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Biến và kiểu dữ liệu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Chỉ gồm chữ, số, gạch dưới; không bắt đầu bằng số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biệt hoa thường: diem khác Diem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trùng từ khóa: if, for, while...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Tên có nghĩa, kiểu snake_case: nam_sinh, không phải ns hay x1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Tên nào hợp lệ: 2nam, nam-sinh, nam_sinh, for?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Đặt tên biến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4: Nhập, xuất và f-string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01: Làm quen Python và tư duy Input – Process –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Nhập, xuất và f-string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Người dùng gõ 2007, chương trình nhận "2007"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Muốn tính toán phải đổi kiểu: int(input(...))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"2007" + 1 gây lỗi TypeError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input() luôn trả về chuỗi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1-input-s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Từ input() đến phép tính: phải đổi kiểu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Nhập, xuất và f-string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Student Dashboard v1: thẻ hồ sơ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56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ho_ten = input("Họ tên: 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nam_sinh = int(input("Năm sinh: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lop = input("Lớp: 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tuoi = 2026 - nam_sinh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print("=" * 36)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  HỒ SƠ SỐ HÓA: {ho_ten}")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  Lớp: {lop}  |  Tuổi: {tuoi}")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print("=" * 36)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Nhập, xuất và f-string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AI là trợ giảng: giải thích, gợi ý, tìm lỗi. Bạn là người viết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Prompt tốt = bối cảnh + câu hỏi cụ thể + giới hạn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Ví dụ: "Tôi mới học Python buổi đầu. Giải thích dòng print(f"Tuổi: {tuoi}"). Đừng viết thêm code."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mọi prompt vào nhat-ky-prompt.md: prompt, AI trả lời, mình kiểm tra gì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Dùng AI đúng cách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Nhập, xuất và f-string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kiểm tra cài đặt, hello.py, cố ý gõ sai để đọc lỗi, gõ ho_so.py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thêm MSSV, quê quán, chiều cao (float), ở ký túc xá (bool)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ho_so.py, bảng IPO, Nhật ký Prompt (2–3 prompt)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Nhập, xuất và f-string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Nghĩ trước, code sau: viết bảng Input – Process – Output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4 kiểu cơ bản: int, float, str, bool; dùng type() để kiểm tra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input() trả về chuỗi, nhớ int() hoặc float() trước khi tính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f-string chèn giá trị biến vào chuỗi; AI giúp giải thích, bạn tự viết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Làm quiz luyện tập Bài 01 trên trang bài học trước buổi 02.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