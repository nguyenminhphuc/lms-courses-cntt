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PEP 8 là hướng dẫn trình bày chính thức của Python (peps.python.org/pep-0008).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CLO1. Chuẩn bị sẵn một chương trình "xấu" cho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Hàm gán cho một tên thì Python coi tên đó là biến cục bộ của hàm, kể cả khi bên ngoài có biến cùng tên.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ruff format đoạn f(a,b,c) xấu, kết quả trình bày đẹp nhưng tên vẫn là f, a, b,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Refactor không thêm chức năng, không đổi kết quả. Sửa từng bước nhỏ, chạy lại sau mỗi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Tên có nghĩa; số ma thuật thành hằng số; tách hàm làm hai việc; return thay print; docstring; PEP 8. Biểu thức điều kiện một dòng là kiến thức mở rộng của bài 03; có thể viết bằng if-else đầy đủ như trong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{{LINK_NOP_BAI_09}}.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09: Tổ chức mã nguồn và chuẩn PEP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Code được đọc nhiều hơn được viết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09: Tổ chức mã nguồn và chuẩn PEP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Hiểu phạm vi biến cục bộ và toàn cục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Đặt tên, trình bày code theo PEP 8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docstring và chú thích có ích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Refactor có kiểm soát, dùng Ruff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09: Tổ chức mã nguồn và chuẩn PEP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Ba tuần nữa đọc lại hàm f(a, b, c): bạn còn nhớ nó làm gì?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Bạn cùng nhóm đọc thì sao?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Mini Project sắp bắt đầu: code của bạn phải để người khác đọc được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Đổi file v8 với bạn bên cạnh, đọc 2 phút và đoán từng hàm làm gì.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1: Phạm vi biến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09: Tổ chức mã nguồn và chuẩn PEP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Phạm vi biến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Biến cục bộ và toàn cục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pham-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66" y="1097280"/>
            <a:ext cx="925138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Biến cục bộ và biến toàn cục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Phạm vi biến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85928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UnboundLocalError: cannot access local variable 'tong'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Sửa: def cong_diem(tong, d): return tong + 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Học phần này không dùng global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UnboundLocalError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3047999"/>
            <a:ext cx="11338560" cy="19888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tong = 0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def cong_diem(d):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tong = tong + d      # lỗi ở dòng này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return tong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2: PEP 8 và Ruff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09: Tổ chức mã nguồn và chuẩn PEP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PEP 8 và Ruff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Các quy tắc PEP 8 dùng nhiều nhất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Quy tắc PEP 8 và ví dụ đúng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PEP 8 và Ruff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Cài extension Ruff (hoặc pip install ruff)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ruff check: lỗi và vi phạm (nhiều lệnh một dòng, import thừa, biến không dùng)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ruff format: tự sửa khoảng trắng, thụt lề, xuống dòng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Công cụ không đặt lại tên giúp bạn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Ruff trong VS Code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PEP 8 và Ruff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Docstring: ngay dưới def, ba dấu nháy; help(thong_ke) in ra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Chú thích giải thích "vì sao", không lặp lại code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Docstring và chú thích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131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def thong_ke(diem_list):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"""Trả về (thấp nhất, cao nhất, trung bình) của list khác rỗng."""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return min(diem_list), max(diem_list), sum(diem_list) / len(diem_list)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3: Refactor có kiểm soát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09: Tổ chức mã nguồn và chuẩn PEP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Refactor có kiểm soát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Quy trình refactor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9-re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54894"/>
            <a:ext cx="11521440" cy="3205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46010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Bốn bước refactor an toàn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Refactor có kiểm soát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Liệt kê mọi điểm chưa ổn của đoạn code này.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Trước refactor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def f(a,b,c):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x=a*0.3+b*0.3+c*0.4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if x&gt;=4: print("Dau")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else: print("Rot")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return 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Refactor có kiểm soát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Sau refactor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3068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NGUONG_DAT = 4.0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def tinh_diem_tb(qt, gk, ck):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"""Trả về điểm học phần theo trọng số 30-30-40."""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return qt * 0.3 + gk * 0.3 + ck * 0.4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def ket_qua(diem):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"""Trả về "Đậu" nếu diem đạt NGUONG_DAT, ngược lại "Rớt"."""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return "Đậu" if diem &gt;= NGUONG_DAT else "Rớt"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Refactor có kiểm soát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"Refactor theo PEP 8, giữ nguyên chức năng, liệt kê từng thay đổi và lý do."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Chạy bản cũ và bản AI với cùng dữ liệu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Chỉ nhận thay đổi giữ đúng kết quả và nằm trong kiến thức đã học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Refactor cùng 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Refactor có kiểm soát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sửa UnboundLocalError; refactor chương trình "xấu" từng bước; bảng thay đổi AI đề xuất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v9 theo PEP 8, đủ docstring, ruff check sạch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3 file .py, bảng thay đổi, ảnh "All checks passed!",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Refactor có kiểm soát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Truyền dữ liệu bằng tham số và return, không dựa vào biến toàn cục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PEP 8: snake_case, CHỮ_HOA cho hằng số, thụt 4 dấu cách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Docstring cho mọi hàm; chú thích giải thích vì sao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Refactor từng bước nhỏ, chạy lại sau mỗi bước, kết thúc bằng ruff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