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Mũi tên từ "Báo lỗi, nhập lại" quay lên khối điều kiện: vòng lặp while.</a:t>
            </a:r>
          </a:p>
          <a:p>
            <a:r>
              <a:t>Code tương ứng: while diem &lt; 0 or diem &gt; 10: báo lỗi, nhập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1,5 tiết lý thuyết, 3,5 tiết thực hành. CLO1, CLO2.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for: biết trước số lần. while: lặp tới khi điều kiện sai, chưa biết trước số lần.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Sau vòng lặp: if doan_dung in "Chính xác", ngược lại in số bí mật. Hỏi lớp: chiến lược nào luôn thắng trong 7 lần? (Đoán giữa khoảng.)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Mọi nhánh trừ "0" đều quay về khối in menu. Nhánh "0" là lối ra duy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 sánh với chuỗi "1", không phải số 1, vì input() trả về chuỗi.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Link nộp bài: {{LINK_NOP_BAI_05}}.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Năm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Nhập môn lập trình (111155)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05: Vòng lặp while và menu tương tác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Nhập môn lập trình (111155)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Lặp tới khi điều kiện thay đổi: điều kiện dừng, break, menu dòng lệnh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05: Vòng lặp while và menu tương tác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Phân biệt khi nào dùng for, khi nào dùng while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Thiết lập điều kiện dừng, tránh vòng lặp vô hạn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Dùng break, continue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Xây dựng menu dòng lệnh chạy tới khi chọn Thoát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Bài 05: Vòng lặp while và menu tương tác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Máy bán nước không biết trước có bao nhiêu khách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Hiện menu → nhận lựa chọn → trả nước → quay lại chờ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Chương trình của bạn cần chạy tới khi người dùng chọn "Thoát"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Kể tên 3 ứng dụng hằng ngày hoạt động theo kiểu "lặp tới khi thoát".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1: while và điều kiện dừng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Bài 05: Vòng lặp while và menu tương tác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while và điều kiện dừng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for hay while?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5-for-wh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66" y="1097280"/>
            <a:ext cx="9251388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So sánh khi nào dùng for, khi nào dùng while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while và điều kiện dừng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Dừng chương trình treo: Ctrl + C trong Terminal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Tự hỏi: dòng nào làm điều kiện tiến dần tới sai?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while và vòng lặp vô hạn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7030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dem = 5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while dem &gt; 0: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print(dem)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dem -= 1          # thiếu dòng này: lặp vô hạn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print("Hết giờ!")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while và điều kiện dừng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Lưu đồ nhập điểm hợp lệ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5-nhap-hop-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738" y="1097280"/>
            <a:ext cx="4292043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Lưu đồ hỏi lại cho tới khi điểm nằm trong 0–10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while và điều kiện dừng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Gõ chữ thay vì số vẫn làm chương trình dừng: xử lý ở bài 06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Code nhập điểm hợp lệ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17030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diem = float(input("Điểm (0-10): "))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while diem &lt; 0 or diem &gt; 10: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print("Điểm không hợp lệ, hãy nhập lại.")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diem = float(input("Điểm (0-10): "))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print(f"Đã ghi nhận điểm {diem}")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2: break, continue và trò chơi đoán số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Bài 05: Vòng lặp while và menu tương tác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Phần 2: break, continue và trò chơi đoán số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break: thoát khỏi vòng lặp ngay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continue: bỏ phần còn lại của chu kỳ, sang chu kỳ sau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Biến cờ (flag): ghi nhớ điều đã xảy ra trong vòng lặp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random.randint(1, 100): số nguyên ngẫu nhiên, gồm cả 1 và 100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break và continue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Phần 2: break, continue và trò chơi đoán số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Trò chơi đoán số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31635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bi_mat = random.randint(1, 100)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so_lan = 0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doan_dung = False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while so_lan &lt; 7: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so_lan += 1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doan = int(input(f"Lần {so_lan}/7 - Đoán số: "))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if doan == bi_mat: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   doan_dung = True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   break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elif doan &lt; bi_mat: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   print("Lớn hơn nữa.")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else: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   print("Nhỏ hơn nữa.")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3: Menu dòng lệnh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Bài 05: Vòng lặp while và menu tương tác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Menu dòng lệnh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Lưu đồ menu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5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573" y="1097280"/>
            <a:ext cx="4172373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Lưu đồ menu: lặp tới khi chọn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Menu dòng lệnh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Student Dashboard v5: menu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3322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while True: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print("1. Nhập điểm   2. Xem thống kê   0. Thoát")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chon = input("Chọn: ")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if chon == "1":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diem_list.append(float(input("Điểm: ")))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elif chon == "2":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...   # in thống kê, báo nếu chưa có điểm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elif chon == "0":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print("Tạm biệt!")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break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else: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print("Lựa chọn không hợp lệ.")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Menu dòng lệnh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"Vòng lặp while dưới đây không dừng khi tôi nhập 0."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"Chỉ ra dòng gây lỗi, giải thích vì sao, đừng viết lại toàn bộ code."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Tự sửa, chạy lại, ghi vào Nhật ký Prompt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Nhờ AI tìm lỗi vòng lặp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Menu dòng lệnh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Có hướng dẫn: đếm ngược và vòng lặp vô hạn; lưu đồ nhập hợp lệ; đoán số có "Chơi tiếp?"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Tự làm: Student Dashboard v5 với menu 5 lựa chọn, chỉ thoát khi chọn 0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Nộp: ho_so.py, lưu đồ menu, Nhật ký Prompt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Thực hành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Menu dòng lệnh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while lặp khi điều kiện còn đúng; luôn có dòng làm điều kiện tiến tới sai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break thoát vòng lặp; continue sang chu kỳ sau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Menu: while True + if-elif + break ở lựa chọn Thoát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Trên lưu đồ, vòng lặp là mũi tên quay ngược lên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Tóm tắt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