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Gợi lại Student Dashboard v1 (in thẻ hồ sơ) và bản v9 nhiều file, có hàm, ruff sạch.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Mỗi nhóm 7–10 phút. Nhóm sau chuẩn bị máy trong lúc nhóm trước vấn đáp.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đồ án: {{LINK_NOP_DO_AN_CUOI_KY}}.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12: Showcase và tổng kết học phần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Bạn viết, bạn hiểu, bạn giải thích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12: Showcase và tổng kết học phần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Cấu trúc buổi Showcase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2-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6395"/>
            <a:ext cx="11521440" cy="31422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428605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Bốn phần của phần báo cáo mỗi nhóm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12: Showcase và tổng kết học phần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Hàm này nhận gì, trả về gì?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Nhập chữ ở đây thì sao, dòng nào xử lý?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Vòng lặp này dừng khi nào?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Muốn thêm chức năng X thì sửa ở đâu?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Đoạn này AI gợi ý hay bạn tự viết, đã kiểm tra thế nào?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Vấn đáp: câu hỏi thường gặp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12: Showcase và tổng kết học phần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CLO1 – Hiện thực thuật toán: 6 điểm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CLO2 – Bảng IPO, lưu đồ, sơ đồ phân rã: 2 điểm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CLO3 – Vai trò cá nhân (chấm riêng từng người): 2 điểm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giải thích được đoạn code mình nộp thì phần đó không tính điểm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Rubric cuối kỳ (thang 10)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12: Showcase và tổng kết học phần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Link GitHub: chạy được bằng python main.py, ruff check sạch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README; báo cáo ngắn (IPO, lưu đồ, phân rã, phân công, kiểm thử)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Nhật ký Prompt nhóm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Phụ lục: link bài đăng truyền thông (+0,5 đến +1,0 điểm đồ án)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Hồ sơ nộp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Tổng kết học phần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12: Showcase và tổng kết học phần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Tổng kết học phần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Hành trình 12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2-hanh-tr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66" y="1097280"/>
            <a:ext cx="9251388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Các giai đoạn của học phần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Tổng kết học phần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Nghĩ trước, code sau: IPO và lưu đồ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Python cơ bản: biến, rẽ nhánh, vòng lặp, list, try – except, hàm, module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Thói quen: kiểm thử giá trị biên, PEP 8, GitHub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AI là co-pilot: hỏi để hiểu, tự viết, tự kiểm chứng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Bạn mang theo gì sau học phần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Tổng kết học phần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Học kỳ 2: Kỹ thuật lập trình (học phần nhận học phần này làm học phần học trước)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Giữ repository Mini Project: sản phẩm đầu tiên trong portfolio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Luyện thêm trên các trang bài tập lập trình có chấm tự động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Diễn đàn: lời khuyên của bạn cho sinh viên khóa sau.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Bước tiếp theo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