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except chạy khi có đúng loại lỗi đã ghi; else khi không lỗi; finally luôn chạy.</a:t>
            </a:r>
          </a:p>
          <a:p>
            <a:r>
              <a:t>Không dùng except: trống vì nó nuốt cả lỗi gõ sai tên biến.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1,5 tiết lý thuyết, 3,5 tiết thực hành (lab "săn lỗi"). CLO1.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try – except chỉ xử lý lỗi thực thi. Lỗi cú pháp phải sửa code; lỗi logic phải phát hiện bằng kiểm thử với kết quả tính 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Thử với: tám, 8,5, 11, -1, 8.5. Bốn lần đầu được hỏi lại, lần cuối ghi nhận.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trực tiếp breakpoint trong vòng lặp tính tổng, cho lớp đoán giá trị tong trước mỗi lần F10.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Chuẩn bị sẵn 5 đoạn code: 1 SyntaxError, 1 IndentationError, 1 ValueError, 1 ZeroDivisionError, 1 lỗi logic. Link nộp bài: {{LINK_NOP_BAI_06}}.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1 • Năm 1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Nhập môn lập trình (111155)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Bài 06: Xử lý ngoại lệ try – except và 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Nhập môn lập trình (111155)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Chương trình không được dừng chỉ vì người dùng gõ sai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Xử lý ngoại lệ try – except và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Phân biệt lỗi cú pháp, lỗi thực thi, lỗi logic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Đọc Traceback để tìm loại lỗi và dòng lỗi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Dùng try – except – else – finally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Debug bằng print và breakpoint trong VS Code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Xử lý ngoại lệ try – except và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Bạn của bạn dùng thử Student Dashboard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Ô "Điểm" gõ "tám rưỡi" → chữ đỏ, chương trình tắt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Người dùng không sai: chương trình chưa sẵn sàng cho dữ liệu thật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Liệt kê 5 cách người dùng có thể nhập sai vào Student Dashboard.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1: Ba loại lỗi và Traceback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06: Xử lý ngoại lệ try – except và debugging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Ba loại lỗi và Traceback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Ba loại lỗi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6-ba-loai-l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84" y="1097280"/>
            <a:ext cx="9754552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Lỗi cú pháp, lỗi thực thi và lỗi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Ba loại lỗi và Traceback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8026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Từ Python 3.11: dòng ^ đánh dấu biểu thức gây lỗi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Một Traceback thật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991359"/>
            <a:ext cx="11338560" cy="170307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Traceback (most recent call last):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File "...\ho_so.py", line 2, in &lt;module&gt;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nam_sinh = int(input("Năm sinh: "))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           ^^^^^^^^^^^^^^^^^^^^^^^^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ValueError: invalid literal for int() with base 10: 'mười'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1: Ba loại lỗi và Traceback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Dòng cuối: loại lỗi và thông điệp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Phía trên: file, số dòng, nội dung dòng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Mở đúng dòng đó, sửa, chạy lại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Đọc Traceback từ dưới lên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6-doc-trace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40" y="1097280"/>
            <a:ext cx="463804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617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Năm bước đọc Traceback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Phần 2: try – except – else – finally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06: Xử lý ngoại lệ try – except và debugging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try – except – else – finally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Cấu trúc try – except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6-try-ex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347" y="1097280"/>
            <a:ext cx="6172826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617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C757D"/>
                </a:solidFill>
              </a:rPr>
              <a:t>Luồng chạy của try, except, else, finally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try – except – else – finally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Nhập điểm an toàn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256032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while True: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try: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diem = float(input("Điểm (0-10): "))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except ValueError: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print("Hãy nhập số, dùng dấu chấm.")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else: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if 0 &lt;= diem &lt;= 10: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    break</a:t>
            </a:r>
          </a:p>
          <a:p>
            <a:pPr algn="l"/>
            <a:r>
              <a:rPr sz="1600">
                <a:solidFill>
                  <a:srgbClr val="212529"/>
                </a:solidFill>
                <a:latin typeface="Consolas"/>
              </a:rPr>
              <a:t>        print("Điểm phải trong khoảng 0-10.")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2: try – except – else – finally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133096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Đoán trước được (list rỗng) thì dùng if cũng được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try dùng cho lỗi khó kiểm tra trước: chuỗi có đổi được thành số không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Chia cho 0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2519680"/>
            <a:ext cx="11338560" cy="1988819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try: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tb = sum(diem_list) / len(diem_list)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except ZeroDivisionError: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print("Chưa có điểm nào để tính trung bình.")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else: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  print(f"Điểm trung bình: {tb:.2f}")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Phần 3: Debugging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Bài 06: Xử lý ngoại lệ try – except và debugging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print("DEBUG tong =", tong) ở điểm nghi ngờ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F9: đặt breakpoint · F5: Run and Debug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F10: chạy từng dòng (Step Over)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Khung Variables: giá trị mọi biến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Debug trong VS Code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Dán Traceback và đoạn code liên quan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"Giải thích bằng ngôn ngữ dễ hiểu: lỗi gì, ở dòng nào, vì sao"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"Gợi ý chỗ cần sửa, không viết lại toàn bộ code"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AI cũng có thể sai: chạy lại để kiểm chứng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Nhờ AI đọc lỗi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5 đoạn code có lỗi: tự đoán trước, rồi mới chạy và hỏi AI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Bảng 5 cột: lỗi, loại lỗi, nguyên nhân, cách sửa, đoán đúng chưa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Tự làm: Student Dashboard v6 không dừng với 6 kiểu dữ liệu xấu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Nộp: ho_so.py, bảng săn lỗi, bảng "phá chương trình", Nhật ký Prompt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Lab "săn lỗi"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Phần 3: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Ba loại lỗi: cú pháp, thực thi, logic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Đọc Traceback từ dòng cuối lên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try – except bắt đúng loại lỗi; else khi không lỗi; finally luôn chạy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Debug: print, breakpoint, F10, khung Variables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Tóm tắt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