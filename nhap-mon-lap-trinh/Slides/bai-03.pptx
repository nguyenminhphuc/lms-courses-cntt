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trực tiếp lưu đồ kiểm tra số chẵn lẻ (n % 2 == 0) trong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CLO1, CLO2 (lưu đồ là minh chứng CLO2).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Bốn ký hiệu: bắt đầu/kết thúc (bo tròn), nhập/xuất (bình hành), xử lý (chữ nhật), điều kiện (hình thoi).</a:t>
            </a:r>
          </a:p>
          <a:p>
            <a:r>
              <a:t>Mũi tên chỉ thứ tự thực hiện; hình thoi có hai lối ra Đúng / 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Một điều kiện, hai nhánh. Ngưỡng 4,0 dùng làm ví dụ.</a:t>
            </a:r>
          </a:p>
          <a:p>
            <a:r>
              <a:t>Cho lớp chỉ đường đi trên lưu đồ với điểm 3,5 và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Kiểm tra từ trên xuống, gặp điều kiện đúng đầu tiên thì dừng.</a:t>
            </a:r>
          </a:p>
          <a:p>
            <a:r>
              <a:t>Thang ví dụ, không phải quy chế của Trường.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Chưa đúng PIN thì không hỏi số tiền: rẽ nhánh lồng.</a:t>
            </a:r>
          </a:p>
          <a:p>
            <a:r>
              <a:t>Hai điều kiện rút tiền (đủ số dư, bội số 50.000) nối bằng 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Đáp án: Thân thiết (không đủ 2 năm để lên VIP, nhưng tổng chi từ 2 triệu).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{{LINK_NOP_BAI_03}}.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03: Cấu trúc rẽ nhánh if – elif – else và lưu đồ thuật toán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Vẽ hết các nhánh trước, rồi mới viết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03: Cấu trúc rẽ nhánh if – elif – else và lưu đồ thuật toán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Vẽ lưu đồ thuật toán đúng ký hiệu trên Draw.io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if, if-else, if-elif-else và rẽ nhánh lồng nhau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điều kiện kết hợp với and, or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thử bằng các giá trị biên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03: Cấu trúc rẽ nhánh if – elif – else và lưu đồ thuật toán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ATM chỉ cho rút khi: PIN đúng, đủ số dư, bội số 50.000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Thiếu một điều kiện, hoặc kiểm tra sai thứ tự, ngân hàng mất tiền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Làm sao mô tả các lựa chọn này cho rõ trước khi code?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Mỗi nhóm liệt kê các tình huống có thể xảy ra khi rút tiền.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1: Lưu đồ thuật toán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Bài 03: Cấu trúc rẽ nhánh if – elif – else và lưu đồ thuật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Lưu đồ thuật toán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Bốn ký hiệu cơ bản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ky-h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19154"/>
            <a:ext cx="11521440" cy="2276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995845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Các ký hiệu lưu đồ: bắt đầu/kết thúc, nhập/xuất, xử lý, điều kiện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Lưu đồ thuật toán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app.diagrams.net hoặc extension Draw.io Integration trong VS Code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nhóm hình Flowchart ở thanh bên trái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Ghi Đúng/Sai trên mũi tên ra khỏi hình thoi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Xuất ảnh: File → Export as → PNG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Vẽ trên Draw.io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if và if-else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Bài 03: Cấu trúc rẽ nhánh if – elif – else và lưu đồ thuật toán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if và if-else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đậu / rớt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dau-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167" y="1097280"/>
            <a:ext cx="4979185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kiểm tra đậu hay rớt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if và if-else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Sau dấu : là khối lệnh thụt vào 4 dấu cách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Thụt sai: IndentationError hoặc chạy sai nhánh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if-else và thụt lề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2274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diem = float(input("Điểm học phần: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if diem &gt;= 4.0: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print("Đậu")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else: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print("Rớt, đăng ký học lại")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print("Kết thúc chương trình")   # luôn chạy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3: if-elif-else nhiều nhánh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Bài 03: Cấu trúc rẽ nhánh if – elif – else và lưu đồ thuật toán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if-elif-else nhiều nhánh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xếp loại học lực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xep-lo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71" y="1097280"/>
            <a:ext cx="8013377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xếp loại theo thang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if-elif-else nhiều nhánh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Code xếp loại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8143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if diem &gt;= 9: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xep_loai = "Xuất sắc"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elif diem &gt;= 8: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xep_loai = "Giỏi"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elif diem &gt;= 6.5: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xep_loai = "Khá"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elif diem &gt;= 5: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xep_loai = "Trung bình"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else: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xep_loai = "Yếu"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if-elif-else nhiều nhánh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Đặt if diem &gt;= 5 lên đầu: điểm 9,5 cũng thành "Trung bình"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thử đúng ở ngưỡng: 9; 8,99; 8; 6,5; 6,49; 5; 4,99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Thêm một giá trị ngoài khoảng: 11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Đảo thứ tự điều kiện, chạy với 9,5 và giải thích kết quả.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Thứ tự điều kiện và giá trị biên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4: Điều kiện kết hợp và rẽ nhánh lồng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Bài 03: Cấu trúc rẽ nhánh if – elif – else và lưu đồ thuật toán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4: Điều kiện kết hợp và rẽ nhánh lồng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ATM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3-a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19" y="1097280"/>
            <a:ext cx="6496281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ATM đơn giản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4: Điều kiện kết hợp và rẽ nhánh lồng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Code ATM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3068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so_du = 2000000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pin = input("Nhập PIN: 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if pin == "1234":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so_tien = int(input("Số tiền rút: "))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if so_tien &lt;= so_du and so_tien % 50000 == 0: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so_du -= so_tien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print(f"Rút thành công. Số dư còn: {so_du:,} đồng")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else: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print("Không rút được")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else: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print("Sai mã PIN")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4: Điều kiện kết hợp và rẽ nhánh lồng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Tổng chi 6.000.000 đồng, 1 năm thành viên: hạng gì?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Phân loại khách hàng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9888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if tong_chi &gt;= 5000000 and so_nam &gt;= 2: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hang = "VIP"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elif tong_chi &gt;= 2000000 or so_nam &gt;= 3: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hang = "Thân thiết"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else: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hang = "Thường"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4: Điều kiện kết hợp và rẽ nhánh lồng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"Viết 1 ví dụ if-elif-else mức nhập môn về tính phí gửi xe theo giờ"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"Chỉ dùng biến, input, print, if-elif-else; không dùng hàm, list, vòng lặp"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Vẽ lưu đồ cho lời giải của AI; không khớp thì tìm chỗ sai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Dùng AI có giới hạn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4: Điều kiện kết hợp và rẽ nhánh lồng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lưu đồ chẵn lẻ, lưu đồ ATM, đảo thứ tự điều kiện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v3 kiểm tra điểm hợp lệ, in đậu/rớt và xếp loại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ho_so.py, lưu đồ (.drawio và .png), bảng kiểm thử 7 dòng,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4: Điều kiện kết hợp và rẽ nhánh lồng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Vẽ lưu đồ trước: bắt đầu/kết thúc, nhập/xuất, xử lý, điều kiện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Khối lệnh xác định bằng thụt lề 4 dấu cách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if-elif-else kiểm tra từ trên xuống: thứ tự điều kiện quyết định kết quả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Luôn kiểm thử ở giá trị biên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