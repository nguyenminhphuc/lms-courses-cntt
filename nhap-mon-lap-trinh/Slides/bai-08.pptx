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Gọi: nhap_so("Điểm: ") hoặc nhap_so("Số tín chỉ: ", 1, 5). Giá trị mặc định giúp gọi gọn.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1,5 tiết lý thuyết, 3,5 tiết thực hành. CLO1, CLO2 (sơ đồ phân rã).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Tham số là tên trong def; đối số là giá trị truyền vào khi gọi. Hàm không có return trả về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 lớp chạy kq = in_xep_loai(8.5); print(kq) để thấy None. Quy tắc: hàm tính toán thì return, việc in để cho chương trình chính.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Mỗi hộp là một hàm làm một việc. Hộp nào còn làm nhiều việc thì chia tiếp. Đây cũng là căn cứ chia việc trong Mini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nộp bài: {{LINK_NOP_BAI_08}}.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08: Hàm cơ bản và tách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Viết một lần, gọi nhiều lần: chia chương trình thành các hàm đơn nhiệm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08: Hàm cơ bản và tách module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Định nghĩa và gọi hàm: tham số, giá trị mặc định, return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Phân biệt hàm trả về giá trị với hàm chỉ in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Phân rã bài toán thành các hàm đơn nhiệm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Tách chương trình thành nhiều file, dùng import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08: Hàm cơ bản và tách module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Đoạn "nhập số an toàn" trong Student Dashboard v6 bị chép mấy lần?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Đổi câu báo lỗi: phải sửa ở mấy chỗ?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Quên một chỗ thì sao?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Mở bài v6 của mình, đánh dấu các đoạn code gần giống nhau.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1: def và return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Bài 08: Hàm cơ bản và tách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def và return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Cấu trúc một hàm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8-giai-phau-h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849" y="1097280"/>
            <a:ext cx="4925822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Các thành phần của một hàm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def và return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Trả nhiều giá trị: thap, cao, tb = thong_ke(ds)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Hàm đầu tiên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2274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def tinh_diem_tb(qt, gk, ck):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"""Trả về điểm học phần theo trọng số 30-30-40."""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return qt * 0.3 + gk * 0.3 + ck * 0.4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diem = tinh_diem_tb(8, 7, 9)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print(f"{diem:.2f}")             # 8.10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def và return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Hàm nhập số an toàn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3068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def nhap_so(loi_nhac, nho_nhat=0, lon_nhat=10):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"""Hỏi lại tới khi nhập một số trong khoảng."""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while True: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try: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    gia_tri = float(input(loi_nhac))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except ValueError: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    print("Hãy nhập số.")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    continue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if nho_nhat &lt;= gia_tri &lt;= lon_nhat: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    return gia_tri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print(f"Phải trong khoảng {nho_nhat}-{lon_nhat}.")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def và return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print khác return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8-print-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66" y="1097280"/>
            <a:ext cx="9251388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So sánh hàm chỉ in và hàm trả về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2: Phân rã và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Bài 08: Hàm cơ bản và tách 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Phân rã và module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Sơ đồ phân rã chức năng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8-phan-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907" y="1097280"/>
            <a:ext cx="8679705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Sơ đồ phân rã Student Dashboard thành các hàm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Phân rã và module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Module = một file .py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main.py gọi hàm từ các module khác bằng import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Các file phải nằm cùng thư mục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Tách thành nhiều file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8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40" y="1097280"/>
            <a:ext cx="463804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Ba module của Student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Phân rã và module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Chỉ chạy main() khi chạy trực tiếp file này, không chạy khi bị import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main.py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3068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from nhap_lieu import nhap_so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from tinh_toan import thong_ke, xep_loai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def main():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diem_list = []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...   # vòng lặp menu, gọi các hàm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if __name__ == "__main__":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main()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Phân rã và module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"Đề xuất cách chia chương trình thành các hàm đơn nhiệm."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"Mỗi hàm chỉ nêu: tên, tham số, giá trị trả về, một câu mô tả. Không viết code."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So với sơ đồ phân rã của mình; ghi quyết định vào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Nhờ AI đề xuất cách chia hàm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Phân rã và module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Có hướng dẫn: tinh_diem_tb, xep_loai, nhap_so; thử print thay return; vẽ sơ đồ phân rã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Tự làm: Student Dashboard v8 gồm 3 file nhap_lieu.py, tinh_toan.py, main.py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Hàm tính toán không chứa input(), print()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Nộp: 3 file .py, sơ đồ phân rã,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Phân rã và module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def tên(tham_số): … return kết_quả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Giá trị mặc định cho tham số; return nhiều giá trị bằng tuple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Hàm tính toán thì return, không print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Phân rã thành hàm đơn nhiệm; tách module; if __name__ == "__main__"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